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6858000" cy="9144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04" autoAdjust="0"/>
  </p:normalViewPr>
  <p:slideViewPr>
    <p:cSldViewPr>
      <p:cViewPr>
        <p:scale>
          <a:sx n="125" d="100"/>
          <a:sy n="125" d="100"/>
        </p:scale>
        <p:origin x="-696" y="1812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9"/>
            <a:ext cx="5829300" cy="196003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20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133602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1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1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64069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1913469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1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2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186"/>
            <a:ext cx="1543050" cy="780203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186"/>
            <a:ext cx="4514850" cy="780203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2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60C238-F6DB-48AE-89D2-05851B9713C6}" type="datetimeFigureOut">
              <a:rPr lang="ko-KR" altLang="en-US" smtClean="0"/>
              <a:pPr/>
              <a:t>2015-07-16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6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6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B88A56-2A4B-4111-8C1C-9823093F552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/>
          </p:cNvSpPr>
          <p:nvPr/>
        </p:nvSpPr>
        <p:spPr>
          <a:xfrm>
            <a:off x="318339" y="827584"/>
            <a:ext cx="6172200" cy="101837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en-US" altLang="ko-KR" sz="1500" b="1" dirty="0">
                <a:ea typeface="문체부 제목 돋음체" panose="020B0609000101010101" pitchFamily="49" charset="-127"/>
              </a:rPr>
              <a:t>2015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삼육대학교 </a:t>
            </a:r>
            <a:r>
              <a:rPr lang="ko-KR" altLang="en-US" sz="1500" b="1" dirty="0" err="1">
                <a:ea typeface="문체부 제목 돋음체" panose="020B0609000101010101" pitchFamily="49" charset="-127"/>
              </a:rPr>
              <a:t>총장배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 전국학생생활체육대회 농구대회 겸 </a:t>
            </a:r>
            <a:endParaRPr lang="en-US" altLang="ko-KR" sz="1500" b="1" dirty="0" smtClean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lang="ko-KR" altLang="en-US" sz="1500" b="1" dirty="0" smtClean="0">
                <a:ea typeface="문체부 제목 돋음체" panose="020B0609000101010101" pitchFamily="49" charset="-127"/>
              </a:rPr>
              <a:t>제 </a:t>
            </a:r>
            <a:r>
              <a:rPr lang="en-US" altLang="ko-KR" sz="1500" b="1" dirty="0">
                <a:ea typeface="문체부 제목 돋음체" panose="020B0609000101010101" pitchFamily="49" charset="-127"/>
              </a:rPr>
              <a:t>31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회 서울특별시동아리농구연맹 </a:t>
            </a:r>
            <a:r>
              <a:rPr lang="ko-KR" altLang="en-US" sz="1500" b="1" dirty="0" err="1">
                <a:ea typeface="문체부 제목 돋음체" panose="020B0609000101010101" pitchFamily="49" charset="-127"/>
              </a:rPr>
              <a:t>회장배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 </a:t>
            </a:r>
            <a:endParaRPr lang="en-US" altLang="ko-KR" sz="1500" b="1" dirty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lang="ko-KR" altLang="en-US" sz="1500" b="1" dirty="0" smtClean="0">
                <a:ea typeface="문체부 제목 돋음체" panose="020B0609000101010101" pitchFamily="49" charset="-127"/>
              </a:rPr>
              <a:t>전국</a:t>
            </a:r>
            <a:r>
              <a:rPr lang="ko-KR" altLang="en-US" sz="1500" b="1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中高</a:t>
            </a:r>
            <a:r>
              <a:rPr lang="ko-KR" altLang="en-US" sz="1500" b="1" dirty="0" smtClean="0">
                <a:ea typeface="문체부 제목 돋음체" panose="020B0609000101010101" pitchFamily="49" charset="-127"/>
              </a:rPr>
              <a:t>동아리농구대회</a:t>
            </a:r>
            <a:endParaRPr lang="ko-KR" altLang="en-US" sz="1500" dirty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kumimoji="0" lang="en-US" altLang="ko-KR" sz="1500" b="1" dirty="0" smtClean="0">
                <a:cs typeface="+mj-cs"/>
              </a:rPr>
              <a:t>-</a:t>
            </a:r>
            <a:r>
              <a:rPr kumimoji="0" lang="ko-KR" altLang="en-US" sz="1500" b="1" dirty="0" smtClean="0">
                <a:cs typeface="+mj-cs"/>
              </a:rPr>
              <a:t> 중등부</a:t>
            </a:r>
            <a:r>
              <a:rPr kumimoji="0" lang="en-US" altLang="ko-KR" sz="1500" b="1" dirty="0">
                <a:cs typeface="+mj-cs"/>
              </a:rPr>
              <a:t>-</a:t>
            </a:r>
            <a:r>
              <a:rPr kumimoji="0" lang="en-US" altLang="ko-KR" sz="1500" dirty="0">
                <a:cs typeface="+mj-cs"/>
              </a:rPr>
              <a:t/>
            </a:r>
            <a:br>
              <a:rPr kumimoji="0" lang="en-US" altLang="ko-KR" sz="1500" dirty="0">
                <a:cs typeface="+mj-cs"/>
              </a:rPr>
            </a:br>
            <a:endParaRPr kumimoji="0" lang="ko-KR" altLang="en-US" sz="1500" dirty="0">
              <a:cs typeface="+mj-cs"/>
            </a:endParaRPr>
          </a:p>
        </p:txBody>
      </p:sp>
      <p:grpSp>
        <p:nvGrpSpPr>
          <p:cNvPr id="82" name="그룹 81"/>
          <p:cNvGrpSpPr/>
          <p:nvPr/>
        </p:nvGrpSpPr>
        <p:grpSpPr>
          <a:xfrm>
            <a:off x="4142917" y="3109304"/>
            <a:ext cx="1861612" cy="4529501"/>
            <a:chOff x="3717026" y="3282857"/>
            <a:chExt cx="2294447" cy="4529501"/>
          </a:xfrm>
        </p:grpSpPr>
        <p:grpSp>
          <p:nvGrpSpPr>
            <p:cNvPr id="29" name="그룹 28"/>
            <p:cNvGrpSpPr/>
            <p:nvPr/>
          </p:nvGrpSpPr>
          <p:grpSpPr>
            <a:xfrm>
              <a:off x="4434457" y="3282857"/>
              <a:ext cx="1577016" cy="4529501"/>
              <a:chOff x="4434457" y="2543113"/>
              <a:chExt cx="1577016" cy="2878868"/>
            </a:xfrm>
          </p:grpSpPr>
          <p:sp>
            <p:nvSpPr>
              <p:cNvPr id="23" name="직사각형 22"/>
              <p:cNvSpPr/>
              <p:nvPr/>
            </p:nvSpPr>
            <p:spPr bwMode="auto">
              <a:xfrm>
                <a:off x="4437111" y="2543113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>
                <a:off x="4442048" y="3126743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>
                <a:off x="4446198" y="358780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 bwMode="auto">
              <a:xfrm>
                <a:off x="4434457" y="513305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 bwMode="auto">
              <a:xfrm>
                <a:off x="4442048" y="417420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 bwMode="auto">
              <a:xfrm>
                <a:off x="4442048" y="465363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6" name="Line 268"/>
            <p:cNvSpPr>
              <a:spLocks noChangeShapeType="1"/>
            </p:cNvSpPr>
            <p:nvPr/>
          </p:nvSpPr>
          <p:spPr bwMode="auto">
            <a:xfrm rot="10800000">
              <a:off x="4065331" y="3454222"/>
              <a:ext cx="35738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39" name="그룹 38"/>
            <p:cNvGrpSpPr>
              <a:grpSpLocks/>
            </p:cNvGrpSpPr>
            <p:nvPr/>
          </p:nvGrpSpPr>
          <p:grpSpPr bwMode="auto">
            <a:xfrm rot="10800000">
              <a:off x="4077071" y="4486098"/>
              <a:ext cx="367210" cy="777521"/>
              <a:chOff x="2266962" y="2706622"/>
              <a:chExt cx="370274" cy="748027"/>
            </a:xfrm>
          </p:grpSpPr>
          <p:sp>
            <p:nvSpPr>
              <p:cNvPr id="40" name="Line 268"/>
              <p:cNvSpPr>
                <a:spLocks noChangeShapeType="1"/>
              </p:cNvSpPr>
              <p:nvPr/>
            </p:nvSpPr>
            <p:spPr bwMode="auto">
              <a:xfrm>
                <a:off x="2266962" y="2706622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1" name="Line 269"/>
              <p:cNvSpPr>
                <a:spLocks noChangeShapeType="1"/>
              </p:cNvSpPr>
              <p:nvPr/>
            </p:nvSpPr>
            <p:spPr bwMode="auto">
              <a:xfrm>
                <a:off x="2637236" y="2708234"/>
                <a:ext cx="0" cy="7464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42" name="Line 270"/>
              <p:cNvSpPr>
                <a:spLocks noChangeShapeType="1"/>
              </p:cNvSpPr>
              <p:nvPr/>
            </p:nvSpPr>
            <p:spPr bwMode="auto">
              <a:xfrm flipH="1">
                <a:off x="2276872" y="3449313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 rot="10800000">
              <a:off x="3717026" y="5963336"/>
              <a:ext cx="717423" cy="1591021"/>
              <a:chOff x="2071678" y="2279163"/>
              <a:chExt cx="576268" cy="1156174"/>
            </a:xfrm>
          </p:grpSpPr>
          <p:grpSp>
            <p:nvGrpSpPr>
              <p:cNvPr id="44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4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5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5" name="그룹 44"/>
              <p:cNvGrpSpPr>
                <a:grpSpLocks/>
              </p:cNvGrpSpPr>
              <p:nvPr/>
            </p:nvGrpSpPr>
            <p:grpSpPr bwMode="auto">
              <a:xfrm>
                <a:off x="2071682" y="2279163"/>
                <a:ext cx="576264" cy="720080"/>
                <a:chOff x="2132856" y="2555776"/>
                <a:chExt cx="576064" cy="720080"/>
              </a:xfrm>
            </p:grpSpPr>
            <p:sp>
              <p:nvSpPr>
                <p:cNvPr id="46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7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52" name="그룹 51"/>
            <p:cNvGrpSpPr>
              <a:grpSpLocks/>
            </p:cNvGrpSpPr>
            <p:nvPr/>
          </p:nvGrpSpPr>
          <p:grpSpPr bwMode="auto">
            <a:xfrm rot="10800000">
              <a:off x="3717029" y="3450065"/>
              <a:ext cx="357381" cy="1520882"/>
              <a:chOff x="2276872" y="2627784"/>
              <a:chExt cx="360363" cy="720725"/>
            </a:xfrm>
          </p:grpSpPr>
          <p:sp>
            <p:nvSpPr>
              <p:cNvPr id="53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4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5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30" name="그룹 29"/>
          <p:cNvGrpSpPr/>
          <p:nvPr/>
        </p:nvGrpSpPr>
        <p:grpSpPr>
          <a:xfrm>
            <a:off x="577500" y="3052905"/>
            <a:ext cx="1916011" cy="4447434"/>
            <a:chOff x="577499" y="3106927"/>
            <a:chExt cx="2274721" cy="4447434"/>
          </a:xfrm>
        </p:grpSpPr>
        <p:grpSp>
          <p:nvGrpSpPr>
            <p:cNvPr id="6" name="그룹 5"/>
            <p:cNvGrpSpPr/>
            <p:nvPr/>
          </p:nvGrpSpPr>
          <p:grpSpPr>
            <a:xfrm>
              <a:off x="577499" y="3106927"/>
              <a:ext cx="1574156" cy="4447434"/>
              <a:chOff x="586380" y="2555776"/>
              <a:chExt cx="1574156" cy="2727523"/>
            </a:xfrm>
          </p:grpSpPr>
          <p:sp>
            <p:nvSpPr>
              <p:cNvPr id="16" name="직사각형 21"/>
              <p:cNvSpPr/>
              <p:nvPr/>
            </p:nvSpPr>
            <p:spPr bwMode="auto">
              <a:xfrm>
                <a:off x="595261" y="255577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직사각형 21"/>
              <p:cNvSpPr/>
              <p:nvPr/>
            </p:nvSpPr>
            <p:spPr bwMode="auto">
              <a:xfrm>
                <a:off x="586382" y="304452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직사각형 21"/>
              <p:cNvSpPr/>
              <p:nvPr/>
            </p:nvSpPr>
            <p:spPr bwMode="auto">
              <a:xfrm>
                <a:off x="586382" y="352395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직사각형 21"/>
              <p:cNvSpPr/>
              <p:nvPr/>
            </p:nvSpPr>
            <p:spPr bwMode="auto">
              <a:xfrm>
                <a:off x="595260" y="401863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직사각형 21"/>
              <p:cNvSpPr/>
              <p:nvPr/>
            </p:nvSpPr>
            <p:spPr bwMode="auto">
              <a:xfrm>
                <a:off x="586381" y="45133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1"/>
              <p:cNvSpPr/>
              <p:nvPr/>
            </p:nvSpPr>
            <p:spPr bwMode="auto">
              <a:xfrm>
                <a:off x="586380" y="4994374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kumimoji="0" lang="en-US" altLang="ko-KR" sz="20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134802" y="3414995"/>
              <a:ext cx="717417" cy="1591021"/>
              <a:chOff x="2071678" y="2279163"/>
              <a:chExt cx="576263" cy="1156174"/>
            </a:xfrm>
          </p:grpSpPr>
          <p:grpSp>
            <p:nvGrpSpPr>
              <p:cNvPr id="66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71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67" name="그룹 66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68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74" name="그룹 73"/>
            <p:cNvGrpSpPr/>
            <p:nvPr/>
          </p:nvGrpSpPr>
          <p:grpSpPr>
            <a:xfrm>
              <a:off x="2151656" y="5641057"/>
              <a:ext cx="700564" cy="1523231"/>
              <a:chOff x="1714488" y="4221631"/>
              <a:chExt cx="576263" cy="1070449"/>
            </a:xfrm>
          </p:grpSpPr>
          <p:grpSp>
            <p:nvGrpSpPr>
              <p:cNvPr id="75" name="그룹 38"/>
              <p:cNvGrpSpPr>
                <a:grpSpLocks/>
              </p:cNvGrpSpPr>
              <p:nvPr/>
            </p:nvGrpSpPr>
            <p:grpSpPr bwMode="auto">
              <a:xfrm>
                <a:off x="1714488" y="4221631"/>
                <a:ext cx="288925" cy="720725"/>
                <a:chOff x="2276872" y="2627784"/>
                <a:chExt cx="360363" cy="720725"/>
              </a:xfrm>
            </p:grpSpPr>
            <p:sp>
              <p:nvSpPr>
                <p:cNvPr id="7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8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Line 268"/>
              <p:cNvSpPr>
                <a:spLocks noChangeShapeType="1"/>
              </p:cNvSpPr>
              <p:nvPr/>
            </p:nvSpPr>
            <p:spPr bwMode="auto">
              <a:xfrm>
                <a:off x="1714488" y="5286380"/>
                <a:ext cx="5762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7" name="Line 269"/>
              <p:cNvSpPr>
                <a:spLocks noChangeShapeType="1"/>
              </p:cNvSpPr>
              <p:nvPr/>
            </p:nvSpPr>
            <p:spPr bwMode="auto">
              <a:xfrm>
                <a:off x="2285992" y="4572000"/>
                <a:ext cx="0" cy="7200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78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84" name="그룹 38"/>
          <p:cNvGrpSpPr>
            <a:grpSpLocks/>
          </p:cNvGrpSpPr>
          <p:nvPr/>
        </p:nvGrpSpPr>
        <p:grpSpPr bwMode="auto">
          <a:xfrm>
            <a:off x="2493511" y="3870162"/>
            <a:ext cx="288925" cy="2796475"/>
            <a:chOff x="2276872" y="2627784"/>
            <a:chExt cx="360363" cy="720725"/>
          </a:xfrm>
        </p:grpSpPr>
        <p:sp>
          <p:nvSpPr>
            <p:cNvPr id="85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6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7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88" name="그룹 38"/>
          <p:cNvGrpSpPr>
            <a:grpSpLocks/>
          </p:cNvGrpSpPr>
          <p:nvPr/>
        </p:nvGrpSpPr>
        <p:grpSpPr bwMode="auto">
          <a:xfrm rot="10800000">
            <a:off x="3841421" y="3878385"/>
            <a:ext cx="288925" cy="2796475"/>
            <a:chOff x="2276872" y="2627784"/>
            <a:chExt cx="360363" cy="720725"/>
          </a:xfrm>
        </p:grpSpPr>
        <p:sp>
          <p:nvSpPr>
            <p:cNvPr id="89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0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1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2780337" y="4566574"/>
            <a:ext cx="1046260" cy="1571636"/>
            <a:chOff x="2928934" y="3286116"/>
            <a:chExt cx="1235264" cy="3123383"/>
          </a:xfrm>
        </p:grpSpPr>
        <p:sp>
          <p:nvSpPr>
            <p:cNvPr id="93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4" name="직사각형 93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95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8" name="직사각형 107"/>
          <p:cNvSpPr/>
          <p:nvPr/>
        </p:nvSpPr>
        <p:spPr bwMode="auto">
          <a:xfrm>
            <a:off x="4053369" y="1912759"/>
            <a:ext cx="600821" cy="418850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6</a:t>
            </a:r>
            <a:r>
              <a:rPr lang="en-US" altLang="ko-KR" b="1" dirty="0" smtClean="0">
                <a:solidFill>
                  <a:schemeClr val="tx1"/>
                </a:solidFill>
              </a:rPr>
              <a:t>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6502" y="2239372"/>
            <a:ext cx="516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842364" y="2424038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   17</a:t>
            </a:r>
            <a:r>
              <a:rPr lang="ko-KR" altLang="en-US" dirty="0" smtClean="0"/>
              <a:t>일      </a:t>
            </a:r>
            <a:r>
              <a:rPr lang="en-US" altLang="ko-KR" dirty="0" smtClean="0"/>
              <a:t>19</a:t>
            </a:r>
            <a:r>
              <a:rPr lang="ko-KR" altLang="en-US" dirty="0" smtClean="0"/>
              <a:t>일      </a:t>
            </a:r>
            <a:r>
              <a:rPr lang="en-US" altLang="ko-KR" dirty="0" smtClean="0"/>
              <a:t>20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111" name="TextBox 110"/>
          <p:cNvSpPr txBox="1"/>
          <p:nvPr/>
        </p:nvSpPr>
        <p:spPr>
          <a:xfrm>
            <a:off x="680171" y="3896276"/>
            <a:ext cx="102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0" name="TextBox 119"/>
          <p:cNvSpPr txBox="1"/>
          <p:nvPr/>
        </p:nvSpPr>
        <p:spPr>
          <a:xfrm>
            <a:off x="584981" y="3906784"/>
            <a:ext cx="133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/>
              <a:t>한국삼육중</a:t>
            </a:r>
            <a:endParaRPr lang="ko-KR" alt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584981" y="6285681"/>
            <a:ext cx="1331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상경중학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584981" y="3091846"/>
            <a:ext cx="1293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길음중학</a:t>
            </a:r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584981" y="5490937"/>
            <a:ext cx="1259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서울국제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4849687" y="3141365"/>
            <a:ext cx="114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/>
              <a:t>환서중학</a:t>
            </a:r>
            <a:endParaRPr lang="ko-KR" alt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4734536" y="4070563"/>
            <a:ext cx="1256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길음중학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4849687" y="4778732"/>
            <a:ext cx="1151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마장중학</a:t>
            </a:r>
            <a:endParaRPr lang="ko-KR" alt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4849687" y="5711215"/>
            <a:ext cx="114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err="1" smtClean="0"/>
              <a:t>구일중학</a:t>
            </a:r>
            <a:endParaRPr lang="ko-KR" altLang="en-US" dirty="0"/>
          </a:p>
        </p:txBody>
      </p:sp>
      <p:sp>
        <p:nvSpPr>
          <p:cNvPr id="130" name="TextBox 129"/>
          <p:cNvSpPr txBox="1"/>
          <p:nvPr/>
        </p:nvSpPr>
        <p:spPr>
          <a:xfrm>
            <a:off x="4734536" y="6481971"/>
            <a:ext cx="125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서울국</a:t>
            </a:r>
            <a:r>
              <a:rPr lang="ko-KR" altLang="en-US" dirty="0"/>
              <a:t>제</a:t>
            </a:r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31" name="TextBox 130"/>
          <p:cNvSpPr txBox="1"/>
          <p:nvPr/>
        </p:nvSpPr>
        <p:spPr>
          <a:xfrm>
            <a:off x="4734536" y="7226849"/>
            <a:ext cx="1269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상경중학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4" name="타원 133"/>
          <p:cNvSpPr/>
          <p:nvPr/>
        </p:nvSpPr>
        <p:spPr bwMode="auto">
          <a:xfrm>
            <a:off x="1884929" y="5889843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5" name="타원 134"/>
          <p:cNvSpPr/>
          <p:nvPr/>
        </p:nvSpPr>
        <p:spPr bwMode="auto">
          <a:xfrm>
            <a:off x="2193402" y="1886245"/>
            <a:ext cx="600219" cy="456917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spc="-150" dirty="0" smtClean="0">
                <a:solidFill>
                  <a:schemeClr val="tx1"/>
                </a:solidFill>
              </a:rPr>
              <a:t>7</a:t>
            </a:r>
            <a:r>
              <a:rPr lang="en-US" altLang="ko-KR" sz="1600" b="1" spc="-150" dirty="0" smtClean="0">
                <a:solidFill>
                  <a:schemeClr val="tx1"/>
                </a:solidFill>
              </a:rPr>
              <a:t>G</a:t>
            </a:r>
            <a:endParaRPr lang="ko-KR" altLang="en-US" sz="1600" b="1" spc="-150" dirty="0">
              <a:solidFill>
                <a:schemeClr val="tx1"/>
              </a:solidFill>
            </a:endParaRPr>
          </a:p>
        </p:txBody>
      </p:sp>
      <p:sp>
        <p:nvSpPr>
          <p:cNvPr id="136" name="타원 135"/>
          <p:cNvSpPr/>
          <p:nvPr/>
        </p:nvSpPr>
        <p:spPr bwMode="auto">
          <a:xfrm>
            <a:off x="4305907" y="4588064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752179" y="7082988"/>
            <a:ext cx="1164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월</a:t>
            </a:r>
            <a:r>
              <a:rPr lang="ko-KR" altLang="en-US" dirty="0"/>
              <a:t>계</a:t>
            </a:r>
            <a:r>
              <a:rPr lang="ko-KR" altLang="en-US" dirty="0" smtClean="0"/>
              <a:t>중학</a:t>
            </a:r>
            <a:endParaRPr lang="ko-KR" alt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584981" y="4663058"/>
            <a:ext cx="1247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청원</a:t>
            </a:r>
            <a:r>
              <a:rPr lang="ko-KR" altLang="en-US" dirty="0" smtClean="0"/>
              <a:t>중학</a:t>
            </a:r>
            <a:endParaRPr lang="ko-KR" altLang="en-US" dirty="0"/>
          </a:p>
        </p:txBody>
      </p:sp>
      <p:sp>
        <p:nvSpPr>
          <p:cNvPr id="140" name="순서도: 천공 테이프 139"/>
          <p:cNvSpPr/>
          <p:nvPr/>
        </p:nvSpPr>
        <p:spPr>
          <a:xfrm>
            <a:off x="2051350" y="3477426"/>
            <a:ext cx="453937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7" name="순서도: 천공 테이프 146"/>
          <p:cNvSpPr/>
          <p:nvPr/>
        </p:nvSpPr>
        <p:spPr>
          <a:xfrm>
            <a:off x="2131146" y="6612615"/>
            <a:ext cx="453937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8" name="순서도: 천공 테이프 147"/>
          <p:cNvSpPr/>
          <p:nvPr/>
        </p:nvSpPr>
        <p:spPr>
          <a:xfrm>
            <a:off x="4039833" y="3672600"/>
            <a:ext cx="453937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8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0" name="순서도: 천공 테이프 149"/>
          <p:cNvSpPr/>
          <p:nvPr/>
        </p:nvSpPr>
        <p:spPr>
          <a:xfrm>
            <a:off x="4035580" y="6597935"/>
            <a:ext cx="453937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9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1" name="직사각형 150"/>
          <p:cNvSpPr/>
          <p:nvPr/>
        </p:nvSpPr>
        <p:spPr bwMode="auto">
          <a:xfrm>
            <a:off x="2492896" y="5238886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3789040" y="5243890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3" name="직사각형 152"/>
          <p:cNvSpPr/>
          <p:nvPr/>
        </p:nvSpPr>
        <p:spPr bwMode="auto">
          <a:xfrm>
            <a:off x="3133473" y="5253868"/>
            <a:ext cx="314326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6" name="타원 95"/>
          <p:cNvSpPr/>
          <p:nvPr/>
        </p:nvSpPr>
        <p:spPr bwMode="auto">
          <a:xfrm>
            <a:off x="4305908" y="6072722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7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9" name="순서도: 천공 테이프 98"/>
          <p:cNvSpPr/>
          <p:nvPr/>
        </p:nvSpPr>
        <p:spPr>
          <a:xfrm>
            <a:off x="3118338" y="1912759"/>
            <a:ext cx="580778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dirty="0" smtClean="0">
                <a:solidFill>
                  <a:schemeClr val="tx1"/>
                </a:solidFill>
              </a:rPr>
              <a:t>11G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sp>
        <p:nvSpPr>
          <p:cNvPr id="100" name="타원 99"/>
          <p:cNvSpPr/>
          <p:nvPr/>
        </p:nvSpPr>
        <p:spPr bwMode="auto">
          <a:xfrm>
            <a:off x="1830709" y="4149817"/>
            <a:ext cx="441282" cy="404127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046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그룹 81"/>
          <p:cNvGrpSpPr/>
          <p:nvPr/>
        </p:nvGrpSpPr>
        <p:grpSpPr>
          <a:xfrm>
            <a:off x="4142920" y="2674645"/>
            <a:ext cx="1858243" cy="4964162"/>
            <a:chOff x="3717029" y="2848198"/>
            <a:chExt cx="2290294" cy="4964162"/>
          </a:xfrm>
        </p:grpSpPr>
        <p:grpSp>
          <p:nvGrpSpPr>
            <p:cNvPr id="29" name="그룹 28"/>
            <p:cNvGrpSpPr/>
            <p:nvPr/>
          </p:nvGrpSpPr>
          <p:grpSpPr>
            <a:xfrm>
              <a:off x="4434457" y="2848198"/>
              <a:ext cx="1572866" cy="4964162"/>
              <a:chOff x="4434457" y="2266851"/>
              <a:chExt cx="1572866" cy="3155130"/>
            </a:xfrm>
          </p:grpSpPr>
          <p:sp>
            <p:nvSpPr>
              <p:cNvPr id="22" name="직사각형 21"/>
              <p:cNvSpPr/>
              <p:nvPr/>
            </p:nvSpPr>
            <p:spPr bwMode="auto">
              <a:xfrm>
                <a:off x="4437112" y="226685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직사각형 22"/>
              <p:cNvSpPr/>
              <p:nvPr/>
            </p:nvSpPr>
            <p:spPr bwMode="auto">
              <a:xfrm>
                <a:off x="4437110" y="274300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>
                <a:off x="4442048" y="3218134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>
                <a:off x="4434458" y="369478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6" name="직사각형 25"/>
              <p:cNvSpPr/>
              <p:nvPr/>
            </p:nvSpPr>
            <p:spPr bwMode="auto">
              <a:xfrm>
                <a:off x="4434457" y="513305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7" name="직사각형 26"/>
              <p:cNvSpPr/>
              <p:nvPr/>
            </p:nvSpPr>
            <p:spPr bwMode="auto">
              <a:xfrm>
                <a:off x="4442048" y="417420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8" name="직사각형 27"/>
              <p:cNvSpPr/>
              <p:nvPr/>
            </p:nvSpPr>
            <p:spPr bwMode="auto">
              <a:xfrm>
                <a:off x="4442048" y="4653631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5" name="그룹 38"/>
            <p:cNvGrpSpPr>
              <a:grpSpLocks/>
            </p:cNvGrpSpPr>
            <p:nvPr/>
          </p:nvGrpSpPr>
          <p:grpSpPr bwMode="auto">
            <a:xfrm rot="10800000">
              <a:off x="4077071" y="3075487"/>
              <a:ext cx="357381" cy="749155"/>
              <a:chOff x="2276872" y="2627784"/>
              <a:chExt cx="360363" cy="720725"/>
            </a:xfrm>
          </p:grpSpPr>
          <p:sp>
            <p:nvSpPr>
              <p:cNvPr id="36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7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38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39" name="그룹 38"/>
            <p:cNvGrpSpPr>
              <a:grpSpLocks/>
            </p:cNvGrpSpPr>
            <p:nvPr/>
          </p:nvGrpSpPr>
          <p:grpSpPr bwMode="auto">
            <a:xfrm rot="10800000">
              <a:off x="4077071" y="4596370"/>
              <a:ext cx="357381" cy="749155"/>
              <a:chOff x="2276872" y="2627784"/>
              <a:chExt cx="360363" cy="720725"/>
            </a:xfrm>
          </p:grpSpPr>
          <p:sp>
            <p:nvSpPr>
              <p:cNvPr id="40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43" name="그룹 42"/>
            <p:cNvGrpSpPr/>
            <p:nvPr/>
          </p:nvGrpSpPr>
          <p:grpSpPr>
            <a:xfrm rot="10800000">
              <a:off x="3717031" y="5963336"/>
              <a:ext cx="717417" cy="1591021"/>
              <a:chOff x="2071678" y="2279163"/>
              <a:chExt cx="576263" cy="1156174"/>
            </a:xfrm>
          </p:grpSpPr>
          <p:grpSp>
            <p:nvGrpSpPr>
              <p:cNvPr id="44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4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45" name="그룹 44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46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7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48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52" name="그룹 51"/>
            <p:cNvGrpSpPr>
              <a:grpSpLocks/>
            </p:cNvGrpSpPr>
            <p:nvPr/>
          </p:nvGrpSpPr>
          <p:grpSpPr bwMode="auto">
            <a:xfrm rot="10800000">
              <a:off x="3717029" y="3450065"/>
              <a:ext cx="357381" cy="1520882"/>
              <a:chOff x="2276872" y="2627784"/>
              <a:chExt cx="360363" cy="720725"/>
            </a:xfrm>
          </p:grpSpPr>
          <p:sp>
            <p:nvSpPr>
              <p:cNvPr id="53" name="Line 268"/>
              <p:cNvSpPr>
                <a:spLocks noChangeShapeType="1"/>
              </p:cNvSpPr>
              <p:nvPr/>
            </p:nvSpPr>
            <p:spPr bwMode="auto">
              <a:xfrm>
                <a:off x="2276872" y="2627784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4" name="Line 269"/>
              <p:cNvSpPr>
                <a:spLocks noChangeShapeType="1"/>
              </p:cNvSpPr>
              <p:nvPr/>
            </p:nvSpPr>
            <p:spPr bwMode="auto">
              <a:xfrm>
                <a:off x="2637235" y="2627784"/>
                <a:ext cx="0" cy="7207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55" name="Line 270"/>
              <p:cNvSpPr>
                <a:spLocks noChangeShapeType="1"/>
              </p:cNvSpPr>
              <p:nvPr/>
            </p:nvSpPr>
            <p:spPr bwMode="auto">
              <a:xfrm flipH="1">
                <a:off x="2276872" y="3348509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30" name="그룹 29"/>
          <p:cNvGrpSpPr/>
          <p:nvPr/>
        </p:nvGrpSpPr>
        <p:grpSpPr>
          <a:xfrm>
            <a:off x="570786" y="3052905"/>
            <a:ext cx="1922725" cy="5230569"/>
            <a:chOff x="569528" y="3106927"/>
            <a:chExt cx="2282692" cy="5230569"/>
          </a:xfrm>
        </p:grpSpPr>
        <p:grpSp>
          <p:nvGrpSpPr>
            <p:cNvPr id="6" name="그룹 5"/>
            <p:cNvGrpSpPr/>
            <p:nvPr/>
          </p:nvGrpSpPr>
          <p:grpSpPr>
            <a:xfrm>
              <a:off x="569528" y="3106927"/>
              <a:ext cx="1582127" cy="5230569"/>
              <a:chOff x="578409" y="2555776"/>
              <a:chExt cx="1582127" cy="3207804"/>
            </a:xfrm>
          </p:grpSpPr>
          <p:sp>
            <p:nvSpPr>
              <p:cNvPr id="16" name="직사각형 21"/>
              <p:cNvSpPr/>
              <p:nvPr/>
            </p:nvSpPr>
            <p:spPr bwMode="auto">
              <a:xfrm>
                <a:off x="595261" y="2555776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7" name="직사각형 21"/>
              <p:cNvSpPr/>
              <p:nvPr/>
            </p:nvSpPr>
            <p:spPr bwMode="auto">
              <a:xfrm>
                <a:off x="586382" y="3044527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8" name="직사각형 21"/>
              <p:cNvSpPr/>
              <p:nvPr/>
            </p:nvSpPr>
            <p:spPr bwMode="auto">
              <a:xfrm>
                <a:off x="586382" y="352395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9" name="직사각형 21"/>
              <p:cNvSpPr/>
              <p:nvPr/>
            </p:nvSpPr>
            <p:spPr bwMode="auto">
              <a:xfrm>
                <a:off x="595260" y="401863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직사각형 21"/>
              <p:cNvSpPr/>
              <p:nvPr/>
            </p:nvSpPr>
            <p:spPr bwMode="auto">
              <a:xfrm>
                <a:off x="586381" y="4513312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직사각형 21"/>
              <p:cNvSpPr/>
              <p:nvPr/>
            </p:nvSpPr>
            <p:spPr bwMode="auto">
              <a:xfrm>
                <a:off x="586380" y="4994374"/>
                <a:ext cx="1565275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100" name="직사각형 21"/>
              <p:cNvSpPr/>
              <p:nvPr/>
            </p:nvSpPr>
            <p:spPr bwMode="auto">
              <a:xfrm>
                <a:off x="578409" y="5474655"/>
                <a:ext cx="1565274" cy="28892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altLang="ko-KR" sz="2000" dirty="0">
                  <a:solidFill>
                    <a:prstClr val="black"/>
                  </a:solidFill>
                </a:endParaRPr>
              </a:p>
            </p:txBody>
          </p:sp>
        </p:grpSp>
        <p:grpSp>
          <p:nvGrpSpPr>
            <p:cNvPr id="65" name="그룹 64"/>
            <p:cNvGrpSpPr/>
            <p:nvPr/>
          </p:nvGrpSpPr>
          <p:grpSpPr>
            <a:xfrm>
              <a:off x="2134802" y="3414995"/>
              <a:ext cx="717417" cy="1591021"/>
              <a:chOff x="2071678" y="2279163"/>
              <a:chExt cx="576263" cy="1156174"/>
            </a:xfrm>
          </p:grpSpPr>
          <p:grpSp>
            <p:nvGrpSpPr>
              <p:cNvPr id="66" name="그룹 38"/>
              <p:cNvGrpSpPr>
                <a:grpSpLocks/>
              </p:cNvGrpSpPr>
              <p:nvPr/>
            </p:nvGrpSpPr>
            <p:grpSpPr bwMode="auto">
              <a:xfrm>
                <a:off x="2071678" y="2714612"/>
                <a:ext cx="288925" cy="720725"/>
                <a:chOff x="2276872" y="2627784"/>
                <a:chExt cx="360363" cy="720725"/>
              </a:xfrm>
            </p:grpSpPr>
            <p:sp>
              <p:nvSpPr>
                <p:cNvPr id="71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2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3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grpSp>
            <p:nvGrpSpPr>
              <p:cNvPr id="67" name="그룹 66"/>
              <p:cNvGrpSpPr>
                <a:grpSpLocks/>
              </p:cNvGrpSpPr>
              <p:nvPr/>
            </p:nvGrpSpPr>
            <p:grpSpPr bwMode="auto">
              <a:xfrm>
                <a:off x="2071678" y="2279163"/>
                <a:ext cx="576263" cy="720080"/>
                <a:chOff x="2132856" y="2555776"/>
                <a:chExt cx="576064" cy="720080"/>
              </a:xfrm>
            </p:grpSpPr>
            <p:sp>
              <p:nvSpPr>
                <p:cNvPr id="68" name="Line 268"/>
                <p:cNvSpPr>
                  <a:spLocks noChangeShapeType="1"/>
                </p:cNvSpPr>
                <p:nvPr/>
              </p:nvSpPr>
              <p:spPr bwMode="auto">
                <a:xfrm>
                  <a:off x="2132856" y="2555776"/>
                  <a:ext cx="57606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69" name="Line 269"/>
                <p:cNvSpPr>
                  <a:spLocks noChangeShapeType="1"/>
                </p:cNvSpPr>
                <p:nvPr/>
              </p:nvSpPr>
              <p:spPr bwMode="auto">
                <a:xfrm>
                  <a:off x="2708920" y="2555776"/>
                  <a:ext cx="0" cy="7200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70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420888" y="3275856"/>
                  <a:ext cx="2880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</p:grpSp>
        <p:grpSp>
          <p:nvGrpSpPr>
            <p:cNvPr id="74" name="그룹 73"/>
            <p:cNvGrpSpPr/>
            <p:nvPr/>
          </p:nvGrpSpPr>
          <p:grpSpPr>
            <a:xfrm>
              <a:off x="2151657" y="5641056"/>
              <a:ext cx="700563" cy="2540699"/>
              <a:chOff x="1714488" y="4221631"/>
              <a:chExt cx="576262" cy="1785474"/>
            </a:xfrm>
          </p:grpSpPr>
          <p:grpSp>
            <p:nvGrpSpPr>
              <p:cNvPr id="75" name="그룹 38"/>
              <p:cNvGrpSpPr>
                <a:grpSpLocks/>
              </p:cNvGrpSpPr>
              <p:nvPr/>
            </p:nvGrpSpPr>
            <p:grpSpPr bwMode="auto">
              <a:xfrm>
                <a:off x="1714488" y="4221631"/>
                <a:ext cx="288925" cy="1785474"/>
                <a:chOff x="2276872" y="2627784"/>
                <a:chExt cx="360363" cy="1785474"/>
              </a:xfrm>
            </p:grpSpPr>
            <p:sp>
              <p:nvSpPr>
                <p:cNvPr id="79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2627784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0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2627784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81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3348509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2" name="Line 268"/>
                <p:cNvSpPr>
                  <a:spLocks noChangeShapeType="1"/>
                </p:cNvSpPr>
                <p:nvPr/>
              </p:nvSpPr>
              <p:spPr bwMode="auto">
                <a:xfrm>
                  <a:off x="2276872" y="3692532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3" name="Line 269"/>
                <p:cNvSpPr>
                  <a:spLocks noChangeShapeType="1"/>
                </p:cNvSpPr>
                <p:nvPr/>
              </p:nvSpPr>
              <p:spPr bwMode="auto">
                <a:xfrm>
                  <a:off x="2637235" y="3692532"/>
                  <a:ext cx="0" cy="72072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104" name="Line 270"/>
                <p:cNvSpPr>
                  <a:spLocks noChangeShapeType="1"/>
                </p:cNvSpPr>
                <p:nvPr/>
              </p:nvSpPr>
              <p:spPr bwMode="auto">
                <a:xfrm flipH="1">
                  <a:off x="2276872" y="4413258"/>
                  <a:ext cx="360363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76" name="Line 268"/>
              <p:cNvSpPr>
                <a:spLocks noChangeShapeType="1"/>
              </p:cNvSpPr>
              <p:nvPr/>
            </p:nvSpPr>
            <p:spPr bwMode="auto">
              <a:xfrm flipV="1">
                <a:off x="2023231" y="5684269"/>
                <a:ext cx="267519" cy="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7" name="Line 269"/>
              <p:cNvSpPr>
                <a:spLocks noChangeShapeType="1"/>
              </p:cNvSpPr>
              <p:nvPr/>
            </p:nvSpPr>
            <p:spPr bwMode="auto">
              <a:xfrm>
                <a:off x="2285992" y="4571999"/>
                <a:ext cx="0" cy="11122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  <p:sp>
            <p:nvSpPr>
              <p:cNvPr id="78" name="Line 270"/>
              <p:cNvSpPr>
                <a:spLocks noChangeShapeType="1"/>
              </p:cNvSpPr>
              <p:nvPr/>
            </p:nvSpPr>
            <p:spPr bwMode="auto">
              <a:xfrm flipH="1">
                <a:off x="2000240" y="4572000"/>
                <a:ext cx="2881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solidFill>
                    <a:prstClr val="black"/>
                  </a:solidFill>
                </a:endParaRPr>
              </a:p>
            </p:txBody>
          </p:sp>
        </p:grpSp>
      </p:grpSp>
      <p:grpSp>
        <p:nvGrpSpPr>
          <p:cNvPr id="84" name="그룹 38"/>
          <p:cNvGrpSpPr>
            <a:grpSpLocks/>
          </p:cNvGrpSpPr>
          <p:nvPr/>
        </p:nvGrpSpPr>
        <p:grpSpPr bwMode="auto">
          <a:xfrm>
            <a:off x="2493511" y="3870162"/>
            <a:ext cx="288925" cy="2796475"/>
            <a:chOff x="2276872" y="2627784"/>
            <a:chExt cx="360363" cy="720725"/>
          </a:xfrm>
        </p:grpSpPr>
        <p:sp>
          <p:nvSpPr>
            <p:cNvPr id="85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6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87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88" name="그룹 38"/>
          <p:cNvGrpSpPr>
            <a:grpSpLocks/>
          </p:cNvGrpSpPr>
          <p:nvPr/>
        </p:nvGrpSpPr>
        <p:grpSpPr bwMode="auto">
          <a:xfrm rot="10800000">
            <a:off x="3841421" y="3878385"/>
            <a:ext cx="288925" cy="2796475"/>
            <a:chOff x="2276872" y="2627784"/>
            <a:chExt cx="360363" cy="720725"/>
          </a:xfrm>
        </p:grpSpPr>
        <p:sp>
          <p:nvSpPr>
            <p:cNvPr id="89" name="Line 268"/>
            <p:cNvSpPr>
              <a:spLocks noChangeShapeType="1"/>
            </p:cNvSpPr>
            <p:nvPr/>
          </p:nvSpPr>
          <p:spPr bwMode="auto">
            <a:xfrm>
              <a:off x="2276872" y="2627784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0" name="Line 269"/>
            <p:cNvSpPr>
              <a:spLocks noChangeShapeType="1"/>
            </p:cNvSpPr>
            <p:nvPr/>
          </p:nvSpPr>
          <p:spPr bwMode="auto">
            <a:xfrm>
              <a:off x="2637235" y="2627784"/>
              <a:ext cx="0" cy="7207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1" name="Line 270"/>
            <p:cNvSpPr>
              <a:spLocks noChangeShapeType="1"/>
            </p:cNvSpPr>
            <p:nvPr/>
          </p:nvSpPr>
          <p:spPr bwMode="auto">
            <a:xfrm flipH="1">
              <a:off x="2276872" y="3348509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2780337" y="4566574"/>
            <a:ext cx="1046260" cy="1571636"/>
            <a:chOff x="2928934" y="3286116"/>
            <a:chExt cx="1235264" cy="3123383"/>
          </a:xfrm>
        </p:grpSpPr>
        <p:sp>
          <p:nvSpPr>
            <p:cNvPr id="93" name="Line 331"/>
            <p:cNvSpPr>
              <a:spLocks noChangeShapeType="1"/>
            </p:cNvSpPr>
            <p:nvPr/>
          </p:nvSpPr>
          <p:spPr bwMode="auto">
            <a:xfrm flipV="1">
              <a:off x="2928934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94" name="직사각형 93"/>
            <p:cNvSpPr/>
            <p:nvPr/>
          </p:nvSpPr>
          <p:spPr bwMode="auto">
            <a:xfrm>
              <a:off x="3286124" y="3286116"/>
              <a:ext cx="490587" cy="3123383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600" b="1" dirty="0">
                <a:solidFill>
                  <a:prstClr val="black"/>
                </a:solidFill>
              </a:endParaRPr>
            </a:p>
          </p:txBody>
        </p:sp>
        <p:sp>
          <p:nvSpPr>
            <p:cNvPr id="95" name="Line 331"/>
            <p:cNvSpPr>
              <a:spLocks noChangeShapeType="1"/>
            </p:cNvSpPr>
            <p:nvPr/>
          </p:nvSpPr>
          <p:spPr bwMode="auto">
            <a:xfrm flipV="1">
              <a:off x="3786190" y="4857752"/>
              <a:ext cx="3780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83" name="타원 82"/>
          <p:cNvSpPr/>
          <p:nvPr/>
        </p:nvSpPr>
        <p:spPr bwMode="auto">
          <a:xfrm>
            <a:off x="1914924" y="4226534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6673" y="3111187"/>
            <a:ext cx="1412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서울국제고</a:t>
            </a:r>
            <a:endParaRPr lang="ko-KR" altLang="en-US" dirty="0"/>
          </a:p>
        </p:txBody>
      </p:sp>
      <p:sp>
        <p:nvSpPr>
          <p:cNvPr id="121" name="TextBox 120"/>
          <p:cNvSpPr txBox="1"/>
          <p:nvPr/>
        </p:nvSpPr>
        <p:spPr>
          <a:xfrm>
            <a:off x="4731168" y="4951994"/>
            <a:ext cx="124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err="1" smtClean="0"/>
              <a:t>한국삼육</a:t>
            </a:r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22" name="TextBox 121"/>
          <p:cNvSpPr txBox="1"/>
          <p:nvPr/>
        </p:nvSpPr>
        <p:spPr>
          <a:xfrm>
            <a:off x="4791911" y="3480519"/>
            <a:ext cx="1140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부천상원</a:t>
            </a:r>
            <a:endParaRPr lang="ko-KR" altLang="en-US" dirty="0"/>
          </a:p>
        </p:txBody>
      </p:sp>
      <p:sp>
        <p:nvSpPr>
          <p:cNvPr id="123" name="TextBox 122"/>
          <p:cNvSpPr txBox="1"/>
          <p:nvPr/>
        </p:nvSpPr>
        <p:spPr>
          <a:xfrm>
            <a:off x="566169" y="3900742"/>
            <a:ext cx="1341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대진고교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24" name="TextBox 123"/>
          <p:cNvSpPr txBox="1"/>
          <p:nvPr/>
        </p:nvSpPr>
        <p:spPr>
          <a:xfrm>
            <a:off x="4771807" y="4213984"/>
            <a:ext cx="122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err="1" smtClean="0"/>
              <a:t>염광고교</a:t>
            </a:r>
            <a:endParaRPr lang="ko-KR" altLang="en-US" dirty="0"/>
          </a:p>
        </p:txBody>
      </p:sp>
      <p:sp>
        <p:nvSpPr>
          <p:cNvPr id="125" name="TextBox 124"/>
          <p:cNvSpPr txBox="1"/>
          <p:nvPr/>
        </p:nvSpPr>
        <p:spPr>
          <a:xfrm>
            <a:off x="566171" y="4682481"/>
            <a:ext cx="134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중</a:t>
            </a:r>
            <a:r>
              <a:rPr lang="ko-KR" altLang="en-US" dirty="0"/>
              <a:t>화</a:t>
            </a:r>
            <a:r>
              <a:rPr lang="ko-KR" altLang="en-US" dirty="0" smtClean="0"/>
              <a:t>고교</a:t>
            </a:r>
            <a:endParaRPr lang="ko-KR" alt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584980" y="7080116"/>
            <a:ext cx="132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/>
              <a:t>동두천고</a:t>
            </a:r>
            <a:endParaRPr lang="ko-KR" alt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476674" y="6305529"/>
            <a:ext cx="13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err="1" smtClean="0"/>
              <a:t>한국삼육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28" name="TextBox 127"/>
          <p:cNvSpPr txBox="1"/>
          <p:nvPr/>
        </p:nvSpPr>
        <p:spPr>
          <a:xfrm>
            <a:off x="476673" y="5490939"/>
            <a:ext cx="1376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동북고교</a:t>
            </a:r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4797744" y="7226849"/>
            <a:ext cx="112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err="1" smtClean="0"/>
              <a:t>신현고교</a:t>
            </a:r>
            <a:endParaRPr lang="ko-KR" altLang="en-US" dirty="0"/>
          </a:p>
        </p:txBody>
      </p:sp>
      <p:sp>
        <p:nvSpPr>
          <p:cNvPr id="133" name="TextBox 132"/>
          <p:cNvSpPr txBox="1"/>
          <p:nvPr/>
        </p:nvSpPr>
        <p:spPr>
          <a:xfrm>
            <a:off x="4729324" y="5728430"/>
            <a:ext cx="130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대진고교</a:t>
            </a:r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134" name="TextBox 133"/>
          <p:cNvSpPr txBox="1"/>
          <p:nvPr/>
        </p:nvSpPr>
        <p:spPr>
          <a:xfrm>
            <a:off x="4731282" y="6480374"/>
            <a:ext cx="1304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동북고교</a:t>
            </a:r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4781388" y="2731154"/>
            <a:ext cx="112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/>
              <a:t>숭</a:t>
            </a:r>
            <a:r>
              <a:rPr lang="ko-KR" altLang="en-US" dirty="0"/>
              <a:t>문</a:t>
            </a:r>
            <a:r>
              <a:rPr lang="ko-KR" altLang="en-US" dirty="0" smtClean="0"/>
              <a:t>고교</a:t>
            </a:r>
            <a:endParaRPr lang="ko-KR" altLang="en-US" dirty="0"/>
          </a:p>
        </p:txBody>
      </p:sp>
      <p:sp>
        <p:nvSpPr>
          <p:cNvPr id="139" name="타원 138"/>
          <p:cNvSpPr/>
          <p:nvPr/>
        </p:nvSpPr>
        <p:spPr bwMode="auto">
          <a:xfrm>
            <a:off x="1833194" y="5921230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0" name="순서도: 천공 테이프 139"/>
          <p:cNvSpPr/>
          <p:nvPr/>
        </p:nvSpPr>
        <p:spPr>
          <a:xfrm>
            <a:off x="2132856" y="3580366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3" name="순서도: 천공 테이프 142"/>
          <p:cNvSpPr/>
          <p:nvPr/>
        </p:nvSpPr>
        <p:spPr>
          <a:xfrm>
            <a:off x="2132856" y="6780441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7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4" name="순서도: 천공 테이프 143"/>
          <p:cNvSpPr/>
          <p:nvPr/>
        </p:nvSpPr>
        <p:spPr>
          <a:xfrm>
            <a:off x="4046877" y="6884498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11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5" name="순서도: 천공 테이프 144"/>
          <p:cNvSpPr/>
          <p:nvPr/>
        </p:nvSpPr>
        <p:spPr>
          <a:xfrm>
            <a:off x="4058216" y="3748028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10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7" name="직사각형 146"/>
          <p:cNvSpPr/>
          <p:nvPr/>
        </p:nvSpPr>
        <p:spPr bwMode="auto">
          <a:xfrm>
            <a:off x="3100506" y="5220072"/>
            <a:ext cx="397039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6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8" name="직사각형 147"/>
          <p:cNvSpPr/>
          <p:nvPr/>
        </p:nvSpPr>
        <p:spPr bwMode="auto">
          <a:xfrm>
            <a:off x="3763611" y="5220072"/>
            <a:ext cx="444544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4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49" name="직사각형 148"/>
          <p:cNvSpPr/>
          <p:nvPr/>
        </p:nvSpPr>
        <p:spPr bwMode="auto">
          <a:xfrm>
            <a:off x="2415701" y="5209611"/>
            <a:ext cx="444544" cy="227012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84980" y="7863251"/>
            <a:ext cx="1321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상문고</a:t>
            </a:r>
            <a:r>
              <a:rPr lang="ko-KR" altLang="en-US" dirty="0"/>
              <a:t>교</a:t>
            </a:r>
            <a:endParaRPr lang="ko-KR" altLang="en-US" dirty="0"/>
          </a:p>
        </p:txBody>
      </p:sp>
      <p:sp>
        <p:nvSpPr>
          <p:cNvPr id="105" name="타원 104"/>
          <p:cNvSpPr/>
          <p:nvPr/>
        </p:nvSpPr>
        <p:spPr bwMode="auto">
          <a:xfrm>
            <a:off x="1825528" y="7489748"/>
            <a:ext cx="428628" cy="357190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5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06" name="순서도: 천공 테이프 105"/>
          <p:cNvSpPr/>
          <p:nvPr/>
        </p:nvSpPr>
        <p:spPr>
          <a:xfrm>
            <a:off x="4271425" y="3116216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3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1" name="순서도: 천공 테이프 110"/>
          <p:cNvSpPr/>
          <p:nvPr/>
        </p:nvSpPr>
        <p:spPr>
          <a:xfrm>
            <a:off x="4297875" y="4632371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2" name="순서도: 천공 테이프 111"/>
          <p:cNvSpPr/>
          <p:nvPr/>
        </p:nvSpPr>
        <p:spPr>
          <a:xfrm>
            <a:off x="4283758" y="6133957"/>
            <a:ext cx="499277" cy="288925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4" name="Rectangle 2"/>
          <p:cNvSpPr txBox="1">
            <a:spLocks/>
          </p:cNvSpPr>
          <p:nvPr/>
        </p:nvSpPr>
        <p:spPr>
          <a:xfrm>
            <a:off x="318339" y="827584"/>
            <a:ext cx="6172200" cy="101837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굴림" charset="-127"/>
                <a:ea typeface="굴림" charset="-127"/>
                <a:cs typeface="+mn-cs"/>
              </a:defRPr>
            </a:lvl9pPr>
          </a:lstStyle>
          <a:p>
            <a:pPr algn="ctr" eaLnBrk="0" hangingPunct="0">
              <a:defRPr/>
            </a:pPr>
            <a:r>
              <a:rPr lang="en-US" altLang="ko-KR" sz="1500" b="1" dirty="0">
                <a:ea typeface="문체부 제목 돋음체" panose="020B0609000101010101" pitchFamily="49" charset="-127"/>
              </a:rPr>
              <a:t>2015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삼육대학교 </a:t>
            </a:r>
            <a:r>
              <a:rPr lang="ko-KR" altLang="en-US" sz="1500" b="1" dirty="0" err="1">
                <a:ea typeface="문체부 제목 돋음체" panose="020B0609000101010101" pitchFamily="49" charset="-127"/>
              </a:rPr>
              <a:t>총장배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 전국학생생활체육대회 농구대회 겸 </a:t>
            </a:r>
            <a:endParaRPr lang="en-US" altLang="ko-KR" sz="1500" b="1" dirty="0" smtClean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lang="ko-KR" altLang="en-US" sz="1500" b="1" dirty="0" smtClean="0">
                <a:ea typeface="문체부 제목 돋음체" panose="020B0609000101010101" pitchFamily="49" charset="-127"/>
              </a:rPr>
              <a:t>제 </a:t>
            </a:r>
            <a:r>
              <a:rPr lang="en-US" altLang="ko-KR" sz="1500" b="1" dirty="0">
                <a:ea typeface="문체부 제목 돋음체" panose="020B0609000101010101" pitchFamily="49" charset="-127"/>
              </a:rPr>
              <a:t>31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회 서울특별시동아리농구연맹 </a:t>
            </a:r>
            <a:r>
              <a:rPr lang="ko-KR" altLang="en-US" sz="1500" b="1" dirty="0" err="1">
                <a:ea typeface="문체부 제목 돋음체" panose="020B0609000101010101" pitchFamily="49" charset="-127"/>
              </a:rPr>
              <a:t>회장배</a:t>
            </a:r>
            <a:r>
              <a:rPr lang="ko-KR" altLang="en-US" sz="1500" b="1" dirty="0">
                <a:ea typeface="문체부 제목 돋음체" panose="020B0609000101010101" pitchFamily="49" charset="-127"/>
              </a:rPr>
              <a:t> </a:t>
            </a:r>
            <a:endParaRPr lang="en-US" altLang="ko-KR" sz="1500" b="1" dirty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lang="ko-KR" altLang="en-US" sz="1500" b="1" dirty="0" smtClean="0">
                <a:ea typeface="문체부 제목 돋음체" panose="020B0609000101010101" pitchFamily="49" charset="-127"/>
              </a:rPr>
              <a:t>전국</a:t>
            </a:r>
            <a:r>
              <a:rPr lang="ko-KR" altLang="en-US" sz="1500" b="1" dirty="0" smtClean="0">
                <a:latin typeface="새굴림" panose="02030600000101010101" pitchFamily="18" charset="-127"/>
                <a:ea typeface="새굴림" panose="02030600000101010101" pitchFamily="18" charset="-127"/>
              </a:rPr>
              <a:t>中高</a:t>
            </a:r>
            <a:r>
              <a:rPr lang="ko-KR" altLang="en-US" sz="1500" b="1" dirty="0" smtClean="0">
                <a:ea typeface="문체부 제목 돋음체" panose="020B0609000101010101" pitchFamily="49" charset="-127"/>
              </a:rPr>
              <a:t>동아리농구대회</a:t>
            </a:r>
            <a:endParaRPr lang="ko-KR" altLang="en-US" sz="1500" dirty="0">
              <a:ea typeface="문체부 제목 돋음체" panose="020B0609000101010101" pitchFamily="49" charset="-127"/>
            </a:endParaRPr>
          </a:p>
          <a:p>
            <a:pPr algn="ctr" eaLnBrk="0" hangingPunct="0">
              <a:defRPr/>
            </a:pPr>
            <a:r>
              <a:rPr kumimoji="0" lang="en-US" altLang="ko-KR" sz="1500" b="1" dirty="0" smtClean="0">
                <a:cs typeface="+mj-cs"/>
              </a:rPr>
              <a:t>-</a:t>
            </a:r>
            <a:r>
              <a:rPr kumimoji="0" lang="ko-KR" altLang="en-US" sz="1500" b="1" dirty="0">
                <a:cs typeface="+mj-cs"/>
              </a:rPr>
              <a:t>고</a:t>
            </a:r>
            <a:r>
              <a:rPr kumimoji="0" lang="ko-KR" altLang="en-US" sz="1500" b="1" dirty="0" smtClean="0">
                <a:cs typeface="+mj-cs"/>
              </a:rPr>
              <a:t>등부</a:t>
            </a:r>
            <a:r>
              <a:rPr kumimoji="0" lang="en-US" altLang="ko-KR" sz="1500" b="1" dirty="0">
                <a:cs typeface="+mj-cs"/>
              </a:rPr>
              <a:t>-</a:t>
            </a:r>
            <a:r>
              <a:rPr kumimoji="0" lang="en-US" altLang="ko-KR" sz="1500" dirty="0">
                <a:cs typeface="+mj-cs"/>
              </a:rPr>
              <a:t/>
            </a:r>
            <a:br>
              <a:rPr kumimoji="0" lang="en-US" altLang="ko-KR" sz="1500" dirty="0">
                <a:cs typeface="+mj-cs"/>
              </a:rPr>
            </a:br>
            <a:endParaRPr kumimoji="0" lang="ko-KR" altLang="en-US" sz="1500" dirty="0">
              <a:cs typeface="+mj-cs"/>
            </a:endParaRPr>
          </a:p>
        </p:txBody>
      </p:sp>
      <p:sp>
        <p:nvSpPr>
          <p:cNvPr id="115" name="직사각형 114"/>
          <p:cNvSpPr/>
          <p:nvPr/>
        </p:nvSpPr>
        <p:spPr bwMode="auto">
          <a:xfrm>
            <a:off x="4053369" y="1912759"/>
            <a:ext cx="600821" cy="418850"/>
          </a:xfrm>
          <a:prstGeom prst="rect">
            <a:avLst/>
          </a:prstGeom>
          <a:solidFill>
            <a:srgbClr val="FF0000">
              <a:alpha val="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6</a:t>
            </a:r>
            <a:r>
              <a:rPr lang="en-US" altLang="ko-KR" b="1" dirty="0" smtClean="0">
                <a:solidFill>
                  <a:schemeClr val="tx1"/>
                </a:solidFill>
              </a:rPr>
              <a:t>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26502" y="2239372"/>
            <a:ext cx="5164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842364" y="2424038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   17</a:t>
            </a:r>
            <a:r>
              <a:rPr lang="ko-KR" altLang="en-US" dirty="0" smtClean="0"/>
              <a:t>일      </a:t>
            </a:r>
            <a:r>
              <a:rPr lang="en-US" altLang="ko-KR" dirty="0" smtClean="0"/>
              <a:t>19</a:t>
            </a:r>
            <a:r>
              <a:rPr lang="ko-KR" altLang="en-US" dirty="0" smtClean="0"/>
              <a:t>일      </a:t>
            </a:r>
            <a:r>
              <a:rPr lang="en-US" altLang="ko-KR" dirty="0" smtClean="0"/>
              <a:t>20</a:t>
            </a:r>
            <a:r>
              <a:rPr lang="ko-KR" altLang="en-US" dirty="0" smtClean="0"/>
              <a:t>일</a:t>
            </a:r>
            <a:endParaRPr lang="ko-KR" altLang="en-US" dirty="0"/>
          </a:p>
        </p:txBody>
      </p:sp>
      <p:sp>
        <p:nvSpPr>
          <p:cNvPr id="118" name="타원 117"/>
          <p:cNvSpPr/>
          <p:nvPr/>
        </p:nvSpPr>
        <p:spPr bwMode="auto">
          <a:xfrm>
            <a:off x="2193402" y="1886245"/>
            <a:ext cx="600219" cy="456917"/>
          </a:xfrm>
          <a:prstGeom prst="ellipse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spc="-150" dirty="0" smtClean="0">
                <a:solidFill>
                  <a:schemeClr val="tx1"/>
                </a:solidFill>
              </a:rPr>
              <a:t>7</a:t>
            </a:r>
            <a:r>
              <a:rPr lang="en-US" altLang="ko-KR" sz="1600" b="1" spc="-150" dirty="0" smtClean="0">
                <a:solidFill>
                  <a:schemeClr val="tx1"/>
                </a:solidFill>
              </a:rPr>
              <a:t>G</a:t>
            </a:r>
            <a:endParaRPr lang="ko-KR" altLang="en-US" sz="1600" b="1" spc="-150" dirty="0">
              <a:solidFill>
                <a:schemeClr val="tx1"/>
              </a:solidFill>
            </a:endParaRPr>
          </a:p>
        </p:txBody>
      </p:sp>
      <p:sp>
        <p:nvSpPr>
          <p:cNvPr id="119" name="순서도: 천공 테이프 118"/>
          <p:cNvSpPr/>
          <p:nvPr/>
        </p:nvSpPr>
        <p:spPr>
          <a:xfrm>
            <a:off x="3118338" y="1912759"/>
            <a:ext cx="580778" cy="418850"/>
          </a:xfrm>
          <a:prstGeom prst="flowChartPunchedTap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600" b="1" dirty="0" smtClean="0">
                <a:solidFill>
                  <a:schemeClr val="tx1"/>
                </a:solidFill>
              </a:rPr>
              <a:t>11G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811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9050">
          <a:solidFill>
            <a:schemeClr val="tx1"/>
          </a:solidFill>
        </a:ln>
      </a:spPr>
      <a:bodyPr anchor="ctr"/>
      <a:lstStyle>
        <a:defPPr algn="ctr">
          <a:defRPr kumimoji="0" sz="20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114</Words>
  <Application>Microsoft Office PowerPoint</Application>
  <PresentationFormat>화면 슬라이드 쇼(4:3)</PresentationFormat>
  <Paragraphs>68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WinXP</dc:creator>
  <cp:lastModifiedBy>user</cp:lastModifiedBy>
  <cp:revision>143</cp:revision>
  <cp:lastPrinted>2015-07-16T07:59:11Z</cp:lastPrinted>
  <dcterms:created xsi:type="dcterms:W3CDTF">2013-07-17T01:18:43Z</dcterms:created>
  <dcterms:modified xsi:type="dcterms:W3CDTF">2015-07-16T09:47:34Z</dcterms:modified>
</cp:coreProperties>
</file>