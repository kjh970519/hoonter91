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68" r:id="rId3"/>
  </p:sldIdLst>
  <p:sldSz cx="6858000" cy="9144000" type="screen4x3"/>
  <p:notesSz cx="6873875" cy="10061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44" autoAdjust="0"/>
    <p:restoredTop sz="94660" autoAdjust="0"/>
  </p:normalViewPr>
  <p:slideViewPr>
    <p:cSldViewPr>
      <p:cViewPr>
        <p:scale>
          <a:sx n="100" d="100"/>
          <a:sy n="100" d="100"/>
        </p:scale>
        <p:origin x="-1290" y="720"/>
      </p:cViewPr>
      <p:guideLst>
        <p:guide orient="horz" pos="2880"/>
        <p:guide pos="43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F8DF5-3432-49E6-BFE2-7D3D207C3EFA}" type="datetimeFigureOut">
              <a:rPr lang="ko-KR" altLang="en-US"/>
              <a:pPr>
                <a:defRPr/>
              </a:pPr>
              <a:t>2014-12-17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D5A942-9902-4201-B2F4-323853D2B7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4BC0D-772F-4216-A995-71D09BEE50AA}" type="datetimeFigureOut">
              <a:rPr lang="ko-KR" altLang="en-US"/>
              <a:pPr>
                <a:defRPr/>
              </a:pPr>
              <a:t>2014-12-17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A7430-5004-4A0B-B6AD-3C083B5BA77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056467-277C-4A3A-9944-CB178C0E49A3}" type="datetimeFigureOut">
              <a:rPr lang="ko-KR" altLang="en-US"/>
              <a:pPr>
                <a:defRPr/>
              </a:pPr>
              <a:t>2014-12-17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A6472-1CD7-4C35-A3C8-3CB76EC9D42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F5B5A4-F8D6-424D-BAEB-69B73DD9FD81}" type="datetimeFigureOut">
              <a:rPr lang="ko-KR" altLang="en-US"/>
              <a:pPr>
                <a:defRPr/>
              </a:pPr>
              <a:t>2014-12-17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69DE1B-C001-4771-A2E4-559105CF6F5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002E1-0952-46C5-B730-A52552E16097}" type="datetimeFigureOut">
              <a:rPr lang="ko-KR" altLang="en-US"/>
              <a:pPr>
                <a:defRPr/>
              </a:pPr>
              <a:t>2014-12-17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D6FFAD-29C4-4F46-B5A5-82288AB1271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BE0FA-759D-4480-895E-48752D825FF3}" type="datetimeFigureOut">
              <a:rPr lang="ko-KR" altLang="en-US"/>
              <a:pPr>
                <a:defRPr/>
              </a:pPr>
              <a:t>2014-12-17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5CC7CF-B756-47F2-ACE9-C542B9696B0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6F2614-1382-42D3-B12E-69F21A366027}" type="datetimeFigureOut">
              <a:rPr lang="ko-KR" altLang="en-US"/>
              <a:pPr>
                <a:defRPr/>
              </a:pPr>
              <a:t>2014-12-17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7F3E1-2C01-4741-BD4F-E740A9FA6FD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A6D0D-474D-4362-9972-2771FDE6ADFC}" type="datetimeFigureOut">
              <a:rPr lang="ko-KR" altLang="en-US"/>
              <a:pPr>
                <a:defRPr/>
              </a:pPr>
              <a:t>2014-12-17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122731-8DC2-4232-BC7B-E44E845626D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E7D6D3-EA31-408F-A634-06D9F23E6656}" type="datetimeFigureOut">
              <a:rPr lang="ko-KR" altLang="en-US"/>
              <a:pPr>
                <a:defRPr/>
              </a:pPr>
              <a:t>2014-12-17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96455-6FEC-40C2-836F-72E18B7882C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009128-A70D-4A5E-BE60-A2709B1FE04C}" type="datetimeFigureOut">
              <a:rPr lang="ko-KR" altLang="en-US"/>
              <a:pPr>
                <a:defRPr/>
              </a:pPr>
              <a:t>2014-12-17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4D516-D0DE-466B-8B60-B05ED3A3FB8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26B6E-E05D-426A-9CA9-320FC2F711D3}" type="datetimeFigureOut">
              <a:rPr lang="ko-KR" altLang="en-US"/>
              <a:pPr>
                <a:defRPr/>
              </a:pPr>
              <a:t>2014-12-17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5776F-36F9-4C30-BDD7-960D4B2B479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sz="quarter"/>
          </p:nvPr>
        </p:nvSpPr>
        <p:spPr>
          <a:xfrm>
            <a:off x="342900" y="366713"/>
            <a:ext cx="6172200" cy="1524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42900" y="2133600"/>
            <a:ext cx="3009900" cy="294005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3505200" y="2133600"/>
            <a:ext cx="3009900" cy="294005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342900" y="5226050"/>
            <a:ext cx="3009900" cy="29416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505200" y="5226050"/>
            <a:ext cx="3009900" cy="29416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1D0EF5-841D-4674-BF3F-D3063FB7F8E4}" type="datetimeFigureOut">
              <a:rPr lang="ko-KR" altLang="en-US"/>
              <a:pPr>
                <a:defRPr/>
              </a:pPr>
              <a:t>2014-12-17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9AC9E4-7C12-420D-B26F-133F13BD0E0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342900" y="366713"/>
            <a:ext cx="61722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342900" y="2133600"/>
            <a:ext cx="6172200" cy="603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663"/>
            <a:ext cx="16002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DED25C6-FC87-4CFF-BAAA-83E17445F5ED}" type="datetimeFigureOut">
              <a:rPr lang="ko-KR" altLang="en-US"/>
              <a:pPr>
                <a:defRPr/>
              </a:pPr>
              <a:t>2014-12-17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663"/>
            <a:ext cx="21717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663"/>
            <a:ext cx="16002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DD85E0B-2546-4B08-B4D6-CF001324C07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/>
          </p:cNvSpPr>
          <p:nvPr/>
        </p:nvSpPr>
        <p:spPr>
          <a:xfrm>
            <a:off x="333375" y="34925"/>
            <a:ext cx="6172200" cy="1036613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kumimoji="0" lang="ko-KR" altLang="en-US" sz="2800" b="1" dirty="0" smtClean="0">
                <a:cs typeface="+mj-cs"/>
              </a:rPr>
              <a:t>제</a:t>
            </a:r>
            <a:r>
              <a:rPr kumimoji="0" lang="en-US" altLang="ko-KR" sz="2800" b="1" dirty="0" smtClean="0">
                <a:cs typeface="+mj-cs"/>
              </a:rPr>
              <a:t>21</a:t>
            </a:r>
            <a:r>
              <a:rPr kumimoji="0" lang="ko-KR" altLang="en-US" sz="2800" b="1" dirty="0" smtClean="0">
                <a:cs typeface="+mj-cs"/>
              </a:rPr>
              <a:t>회 </a:t>
            </a:r>
            <a:r>
              <a:rPr kumimoji="0" lang="ko-KR" altLang="en-US" sz="2800" b="1" dirty="0">
                <a:cs typeface="+mj-cs"/>
              </a:rPr>
              <a:t>삼육대학교 </a:t>
            </a:r>
            <a:r>
              <a:rPr kumimoji="0" lang="ko-KR" altLang="en-US" sz="2800" b="1" dirty="0" err="1">
                <a:cs typeface="+mj-cs"/>
              </a:rPr>
              <a:t>총장배</a:t>
            </a:r>
            <a:r>
              <a:rPr kumimoji="0" lang="ko-KR" altLang="en-US" sz="2800" b="1" dirty="0">
                <a:cs typeface="+mj-cs"/>
              </a:rPr>
              <a:t> 겸</a:t>
            </a:r>
            <a:r>
              <a:rPr kumimoji="0" lang="ko-KR" altLang="en-US" sz="1800" b="1" dirty="0">
                <a:cs typeface="+mj-cs"/>
              </a:rPr>
              <a:t> </a:t>
            </a:r>
            <a:br>
              <a:rPr kumimoji="0" lang="ko-KR" altLang="en-US" sz="1800" b="1" dirty="0">
                <a:cs typeface="+mj-cs"/>
              </a:rPr>
            </a:br>
            <a:r>
              <a:rPr kumimoji="0" lang="ko-KR" altLang="en-US" sz="1800" b="1" dirty="0" smtClean="0">
                <a:cs typeface="+mj-cs"/>
              </a:rPr>
              <a:t>제</a:t>
            </a:r>
            <a:r>
              <a:rPr kumimoji="0" lang="en-US" altLang="ko-KR" sz="1800" b="1" dirty="0" smtClean="0">
                <a:cs typeface="+mj-cs"/>
              </a:rPr>
              <a:t>30</a:t>
            </a:r>
            <a:r>
              <a:rPr kumimoji="0" lang="ko-KR" altLang="en-US" sz="1800" b="1" dirty="0" smtClean="0">
                <a:cs typeface="+mj-cs"/>
              </a:rPr>
              <a:t>회 </a:t>
            </a:r>
            <a:r>
              <a:rPr kumimoji="0" lang="ko-KR" altLang="en-US" sz="1800" b="1" dirty="0">
                <a:cs typeface="+mj-cs"/>
              </a:rPr>
              <a:t>서울특별시동아리농구연맹 </a:t>
            </a:r>
            <a:r>
              <a:rPr kumimoji="0" lang="ko-KR" altLang="en-US" sz="1800" b="1" dirty="0" err="1">
                <a:cs typeface="+mj-cs"/>
              </a:rPr>
              <a:t>회장배</a:t>
            </a:r>
            <a:r>
              <a:rPr kumimoji="0" lang="ko-KR" altLang="en-US" sz="1800" b="1" dirty="0">
                <a:cs typeface="+mj-cs"/>
              </a:rPr>
              <a:t> 전국 중</a:t>
            </a:r>
            <a:r>
              <a:rPr kumimoji="0" lang="en-US" altLang="ko-KR" sz="1800" b="1" dirty="0">
                <a:cs typeface="+mj-cs"/>
              </a:rPr>
              <a:t>·</a:t>
            </a:r>
            <a:r>
              <a:rPr kumimoji="0" lang="ko-KR" altLang="en-US" sz="1800" b="1" dirty="0">
                <a:cs typeface="+mj-cs"/>
              </a:rPr>
              <a:t>고 대회</a:t>
            </a:r>
            <a:br>
              <a:rPr kumimoji="0" lang="ko-KR" altLang="en-US" sz="1800" b="1" dirty="0">
                <a:cs typeface="+mj-cs"/>
              </a:rPr>
            </a:br>
            <a:r>
              <a:rPr kumimoji="0" lang="en-US" altLang="ko-KR" sz="1800" b="1" dirty="0" smtClean="0">
                <a:cs typeface="+mj-cs"/>
              </a:rPr>
              <a:t>-</a:t>
            </a:r>
            <a:r>
              <a:rPr kumimoji="0" lang="ko-KR" altLang="en-US" sz="1800" b="1" dirty="0">
                <a:cs typeface="+mj-cs"/>
              </a:rPr>
              <a:t>중</a:t>
            </a:r>
            <a:r>
              <a:rPr kumimoji="0" lang="ko-KR" altLang="en-US" sz="1800" b="1" dirty="0" smtClean="0">
                <a:cs typeface="+mj-cs"/>
              </a:rPr>
              <a:t>등부</a:t>
            </a:r>
            <a:r>
              <a:rPr kumimoji="0" lang="en-US" altLang="ko-KR" sz="1800" b="1" dirty="0">
                <a:cs typeface="+mj-cs"/>
              </a:rPr>
              <a:t>-</a:t>
            </a:r>
            <a:r>
              <a:rPr kumimoji="0" lang="en-US" altLang="ko-KR" sz="1800" dirty="0">
                <a:cs typeface="+mj-cs"/>
              </a:rPr>
              <a:t/>
            </a:r>
            <a:br>
              <a:rPr kumimoji="0" lang="en-US" altLang="ko-KR" sz="1800" dirty="0">
                <a:cs typeface="+mj-cs"/>
              </a:rPr>
            </a:br>
            <a:endParaRPr kumimoji="0" lang="ko-KR" altLang="en-US" sz="1800" dirty="0">
              <a:cs typeface="+mj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285728" y="2143108"/>
            <a:ext cx="2503503" cy="5818304"/>
            <a:chOff x="285728" y="2143108"/>
            <a:chExt cx="2503503" cy="5818304"/>
          </a:xfrm>
        </p:grpSpPr>
        <p:grpSp>
          <p:nvGrpSpPr>
            <p:cNvPr id="63" name="그룹 62"/>
            <p:cNvGrpSpPr/>
            <p:nvPr/>
          </p:nvGrpSpPr>
          <p:grpSpPr>
            <a:xfrm>
              <a:off x="285728" y="2143108"/>
              <a:ext cx="1382843" cy="5818304"/>
              <a:chOff x="500042" y="2143108"/>
              <a:chExt cx="1382843" cy="5818304"/>
            </a:xfrm>
          </p:grpSpPr>
          <p:sp>
            <p:nvSpPr>
              <p:cNvPr id="51" name="직사각형 21"/>
              <p:cNvSpPr/>
              <p:nvPr/>
            </p:nvSpPr>
            <p:spPr bwMode="auto">
              <a:xfrm>
                <a:off x="500042" y="2143108"/>
                <a:ext cx="1382843" cy="31757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신방학</a:t>
                </a:r>
                <a:r>
                  <a:rPr kumimoji="0" lang="ko-KR" altLang="en-US" sz="2000" dirty="0" err="1">
                    <a:solidFill>
                      <a:schemeClr val="tx1"/>
                    </a:solidFill>
                  </a:rPr>
                  <a:t>중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직사각형 21"/>
              <p:cNvSpPr/>
              <p:nvPr/>
            </p:nvSpPr>
            <p:spPr bwMode="auto">
              <a:xfrm>
                <a:off x="500042" y="2643174"/>
                <a:ext cx="1382843" cy="31757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err="1">
                    <a:solidFill>
                      <a:schemeClr val="tx1"/>
                    </a:solidFill>
                  </a:rPr>
                  <a:t>월계중</a:t>
                </a:r>
                <a:r>
                  <a:rPr kumimoji="0" lang="en-US" altLang="ko-KR" sz="2000" dirty="0">
                    <a:solidFill>
                      <a:schemeClr val="tx1"/>
                    </a:solidFill>
                  </a:rPr>
                  <a:t>A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직사각형 21"/>
              <p:cNvSpPr/>
              <p:nvPr/>
            </p:nvSpPr>
            <p:spPr bwMode="auto">
              <a:xfrm>
                <a:off x="500042" y="3143240"/>
                <a:ext cx="1382843" cy="31757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상경</a:t>
                </a: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중</a:t>
                </a:r>
                <a:r>
                  <a:rPr kumimoji="0" lang="en-US" altLang="ko-KR" sz="2000" dirty="0" smtClean="0">
                    <a:solidFill>
                      <a:schemeClr val="tx1"/>
                    </a:solidFill>
                  </a:rPr>
                  <a:t>B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직사각형 21"/>
              <p:cNvSpPr/>
              <p:nvPr/>
            </p:nvSpPr>
            <p:spPr bwMode="auto">
              <a:xfrm>
                <a:off x="500042" y="7643834"/>
                <a:ext cx="1382843" cy="31757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이수중</a:t>
                </a:r>
                <a:r>
                  <a:rPr kumimoji="0" lang="en-US" altLang="ko-KR" sz="2000" dirty="0" smtClean="0">
                    <a:solidFill>
                      <a:schemeClr val="tx1"/>
                    </a:solidFill>
                  </a:rPr>
                  <a:t>A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직사각형 21"/>
              <p:cNvSpPr/>
              <p:nvPr/>
            </p:nvSpPr>
            <p:spPr bwMode="auto">
              <a:xfrm>
                <a:off x="500042" y="7143768"/>
                <a:ext cx="1382843" cy="31757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smtClean="0">
                    <a:solidFill>
                      <a:schemeClr val="tx1"/>
                    </a:solidFill>
                  </a:rPr>
                  <a:t>청심국</a:t>
                </a:r>
                <a:r>
                  <a:rPr kumimoji="0" lang="ko-KR" altLang="en-US" sz="2000" dirty="0">
                    <a:solidFill>
                      <a:schemeClr val="tx1"/>
                    </a:solidFill>
                  </a:rPr>
                  <a:t>제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직사각형 21"/>
              <p:cNvSpPr/>
              <p:nvPr/>
            </p:nvSpPr>
            <p:spPr bwMode="auto">
              <a:xfrm>
                <a:off x="500042" y="6643702"/>
                <a:ext cx="1382843" cy="31757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원묵중</a:t>
                </a:r>
                <a:r>
                  <a:rPr kumimoji="0" lang="en-US" altLang="ko-KR" sz="2000" dirty="0" smtClean="0">
                    <a:solidFill>
                      <a:schemeClr val="tx1"/>
                    </a:solidFill>
                  </a:rPr>
                  <a:t>B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직사각형 21"/>
              <p:cNvSpPr/>
              <p:nvPr/>
            </p:nvSpPr>
            <p:spPr bwMode="auto">
              <a:xfrm>
                <a:off x="500042" y="3643306"/>
                <a:ext cx="1382843" cy="31757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smtClean="0">
                    <a:solidFill>
                      <a:schemeClr val="tx1"/>
                    </a:solidFill>
                  </a:rPr>
                  <a:t>마장중학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직사각형 21"/>
              <p:cNvSpPr/>
              <p:nvPr/>
            </p:nvSpPr>
            <p:spPr bwMode="auto">
              <a:xfrm>
                <a:off x="500042" y="6143636"/>
                <a:ext cx="1382843" cy="31757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상봉중</a:t>
                </a:r>
                <a:r>
                  <a:rPr kumimoji="0" lang="en-US" altLang="ko-KR" sz="2000" dirty="0" smtClean="0">
                    <a:solidFill>
                      <a:schemeClr val="tx1"/>
                    </a:solidFill>
                  </a:rPr>
                  <a:t>A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직사각형 21"/>
              <p:cNvSpPr/>
              <p:nvPr/>
            </p:nvSpPr>
            <p:spPr bwMode="auto">
              <a:xfrm>
                <a:off x="500042" y="5643570"/>
                <a:ext cx="1382843" cy="31757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태</a:t>
                </a:r>
                <a:r>
                  <a:rPr kumimoji="0" lang="ko-KR" altLang="en-US" sz="2000" dirty="0" err="1">
                    <a:solidFill>
                      <a:schemeClr val="tx1"/>
                    </a:solidFill>
                  </a:rPr>
                  <a:t>랑</a:t>
                </a: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중</a:t>
                </a:r>
                <a:r>
                  <a:rPr kumimoji="0" lang="en-US" altLang="ko-KR" sz="2000" dirty="0" smtClean="0">
                    <a:solidFill>
                      <a:schemeClr val="tx1"/>
                    </a:solidFill>
                  </a:rPr>
                  <a:t>B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직사각형 21"/>
              <p:cNvSpPr/>
              <p:nvPr/>
            </p:nvSpPr>
            <p:spPr bwMode="auto">
              <a:xfrm>
                <a:off x="500042" y="4143372"/>
                <a:ext cx="1382843" cy="31757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삼육중</a:t>
                </a:r>
                <a:r>
                  <a:rPr kumimoji="0" lang="en-US" altLang="ko-KR" sz="2000" dirty="0" smtClean="0">
                    <a:solidFill>
                      <a:schemeClr val="tx1"/>
                    </a:solidFill>
                  </a:rPr>
                  <a:t>B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직사각형 21"/>
              <p:cNvSpPr/>
              <p:nvPr/>
            </p:nvSpPr>
            <p:spPr bwMode="auto">
              <a:xfrm>
                <a:off x="500042" y="4643438"/>
                <a:ext cx="1382843" cy="31757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반포중</a:t>
                </a:r>
                <a:r>
                  <a:rPr kumimoji="0" lang="en-US" altLang="ko-KR" sz="2000" dirty="0" smtClean="0">
                    <a:solidFill>
                      <a:schemeClr val="tx1"/>
                    </a:solidFill>
                  </a:rPr>
                  <a:t>A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직사각형 21"/>
              <p:cNvSpPr/>
              <p:nvPr/>
            </p:nvSpPr>
            <p:spPr bwMode="auto">
              <a:xfrm>
                <a:off x="500042" y="5143504"/>
                <a:ext cx="1382843" cy="31757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smtClean="0">
                    <a:solidFill>
                      <a:schemeClr val="tx1"/>
                    </a:solidFill>
                  </a:rPr>
                  <a:t>봉화중</a:t>
                </a:r>
                <a:r>
                  <a:rPr kumimoji="0" lang="ko-KR" altLang="en-US" sz="2000" dirty="0">
                    <a:solidFill>
                      <a:schemeClr val="tx1"/>
                    </a:solidFill>
                  </a:rPr>
                  <a:t>학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4" name="그룹 63"/>
            <p:cNvGrpSpPr/>
            <p:nvPr/>
          </p:nvGrpSpPr>
          <p:grpSpPr>
            <a:xfrm>
              <a:off x="1643050" y="2285984"/>
              <a:ext cx="576263" cy="1071570"/>
              <a:chOff x="2071678" y="2279163"/>
              <a:chExt cx="576263" cy="1156174"/>
            </a:xfrm>
          </p:grpSpPr>
          <p:grpSp>
            <p:nvGrpSpPr>
              <p:cNvPr id="65" name="그룹 38"/>
              <p:cNvGrpSpPr>
                <a:grpSpLocks/>
              </p:cNvGrpSpPr>
              <p:nvPr/>
            </p:nvGrpSpPr>
            <p:grpSpPr bwMode="auto">
              <a:xfrm>
                <a:off x="2071678" y="2714612"/>
                <a:ext cx="288925" cy="720725"/>
                <a:chOff x="2276872" y="2627784"/>
                <a:chExt cx="360363" cy="720725"/>
              </a:xfrm>
            </p:grpSpPr>
            <p:sp>
              <p:nvSpPr>
                <p:cNvPr id="70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1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66" name="그룹 71"/>
              <p:cNvGrpSpPr>
                <a:grpSpLocks/>
              </p:cNvGrpSpPr>
              <p:nvPr/>
            </p:nvGrpSpPr>
            <p:grpSpPr bwMode="auto">
              <a:xfrm>
                <a:off x="2071678" y="2279163"/>
                <a:ext cx="576263" cy="720080"/>
                <a:chOff x="2132856" y="2555776"/>
                <a:chExt cx="576064" cy="720080"/>
              </a:xfrm>
            </p:grpSpPr>
            <p:sp>
              <p:nvSpPr>
                <p:cNvPr id="67" name="Line 268"/>
                <p:cNvSpPr>
                  <a:spLocks noChangeShapeType="1"/>
                </p:cNvSpPr>
                <p:nvPr/>
              </p:nvSpPr>
              <p:spPr bwMode="auto">
                <a:xfrm>
                  <a:off x="2132856" y="2555776"/>
                  <a:ext cx="57606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8" name="Line 269"/>
                <p:cNvSpPr>
                  <a:spLocks noChangeShapeType="1"/>
                </p:cNvSpPr>
                <p:nvPr/>
              </p:nvSpPr>
              <p:spPr bwMode="auto">
                <a:xfrm>
                  <a:off x="2708920" y="2555776"/>
                  <a:ext cx="0" cy="7200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9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420888" y="3275856"/>
                  <a:ext cx="2880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73" name="그룹 72"/>
            <p:cNvGrpSpPr/>
            <p:nvPr/>
          </p:nvGrpSpPr>
          <p:grpSpPr>
            <a:xfrm>
              <a:off x="1643050" y="3714744"/>
              <a:ext cx="576263" cy="1000132"/>
              <a:chOff x="1714488" y="4221631"/>
              <a:chExt cx="576263" cy="1070449"/>
            </a:xfrm>
          </p:grpSpPr>
          <p:grpSp>
            <p:nvGrpSpPr>
              <p:cNvPr id="74" name="그룹 38"/>
              <p:cNvGrpSpPr>
                <a:grpSpLocks/>
              </p:cNvGrpSpPr>
              <p:nvPr/>
            </p:nvGrpSpPr>
            <p:grpSpPr bwMode="auto">
              <a:xfrm>
                <a:off x="1714488" y="4221631"/>
                <a:ext cx="288925" cy="720725"/>
                <a:chOff x="2276872" y="2627784"/>
                <a:chExt cx="360363" cy="720725"/>
              </a:xfrm>
            </p:grpSpPr>
            <p:sp>
              <p:nvSpPr>
                <p:cNvPr id="78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9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0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75" name="Line 268"/>
              <p:cNvSpPr>
                <a:spLocks noChangeShapeType="1"/>
              </p:cNvSpPr>
              <p:nvPr/>
            </p:nvSpPr>
            <p:spPr bwMode="auto">
              <a:xfrm>
                <a:off x="1714488" y="5286380"/>
                <a:ext cx="5762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6" name="Line 269"/>
              <p:cNvSpPr>
                <a:spLocks noChangeShapeType="1"/>
              </p:cNvSpPr>
              <p:nvPr/>
            </p:nvSpPr>
            <p:spPr bwMode="auto">
              <a:xfrm>
                <a:off x="2285992" y="4572000"/>
                <a:ext cx="0" cy="7200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7" name="Line 270"/>
              <p:cNvSpPr>
                <a:spLocks noChangeShapeType="1"/>
              </p:cNvSpPr>
              <p:nvPr/>
            </p:nvSpPr>
            <p:spPr bwMode="auto">
              <a:xfrm flipH="1">
                <a:off x="2000240" y="4572000"/>
                <a:ext cx="2881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81" name="그룹 80"/>
            <p:cNvGrpSpPr/>
            <p:nvPr/>
          </p:nvGrpSpPr>
          <p:grpSpPr>
            <a:xfrm>
              <a:off x="1643050" y="5286380"/>
              <a:ext cx="576263" cy="1071570"/>
              <a:chOff x="2071678" y="2279163"/>
              <a:chExt cx="576263" cy="1156174"/>
            </a:xfrm>
          </p:grpSpPr>
          <p:grpSp>
            <p:nvGrpSpPr>
              <p:cNvPr id="82" name="그룹 38"/>
              <p:cNvGrpSpPr>
                <a:grpSpLocks/>
              </p:cNvGrpSpPr>
              <p:nvPr/>
            </p:nvGrpSpPr>
            <p:grpSpPr bwMode="auto">
              <a:xfrm>
                <a:off x="2071678" y="2714612"/>
                <a:ext cx="288925" cy="720725"/>
                <a:chOff x="2276872" y="2627784"/>
                <a:chExt cx="360363" cy="720725"/>
              </a:xfrm>
            </p:grpSpPr>
            <p:sp>
              <p:nvSpPr>
                <p:cNvPr id="87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8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9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83" name="그룹 71"/>
              <p:cNvGrpSpPr>
                <a:grpSpLocks/>
              </p:cNvGrpSpPr>
              <p:nvPr/>
            </p:nvGrpSpPr>
            <p:grpSpPr bwMode="auto">
              <a:xfrm>
                <a:off x="2071678" y="2279163"/>
                <a:ext cx="576263" cy="720080"/>
                <a:chOff x="2132856" y="2555776"/>
                <a:chExt cx="576064" cy="720080"/>
              </a:xfrm>
            </p:grpSpPr>
            <p:sp>
              <p:nvSpPr>
                <p:cNvPr id="84" name="Line 268"/>
                <p:cNvSpPr>
                  <a:spLocks noChangeShapeType="1"/>
                </p:cNvSpPr>
                <p:nvPr/>
              </p:nvSpPr>
              <p:spPr bwMode="auto">
                <a:xfrm>
                  <a:off x="2132856" y="2555776"/>
                  <a:ext cx="57606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5" name="Line 269"/>
                <p:cNvSpPr>
                  <a:spLocks noChangeShapeType="1"/>
                </p:cNvSpPr>
                <p:nvPr/>
              </p:nvSpPr>
              <p:spPr bwMode="auto">
                <a:xfrm>
                  <a:off x="2708920" y="2555776"/>
                  <a:ext cx="0" cy="7200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6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420888" y="3275856"/>
                  <a:ext cx="2880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0" name="그룹 89"/>
            <p:cNvGrpSpPr/>
            <p:nvPr/>
          </p:nvGrpSpPr>
          <p:grpSpPr>
            <a:xfrm>
              <a:off x="1643050" y="6715140"/>
              <a:ext cx="576263" cy="1000132"/>
              <a:chOff x="1714488" y="4221631"/>
              <a:chExt cx="576263" cy="1070449"/>
            </a:xfrm>
          </p:grpSpPr>
          <p:grpSp>
            <p:nvGrpSpPr>
              <p:cNvPr id="91" name="그룹 38"/>
              <p:cNvGrpSpPr>
                <a:grpSpLocks/>
              </p:cNvGrpSpPr>
              <p:nvPr/>
            </p:nvGrpSpPr>
            <p:grpSpPr bwMode="auto">
              <a:xfrm>
                <a:off x="1714488" y="4221631"/>
                <a:ext cx="288925" cy="720725"/>
                <a:chOff x="2276872" y="2627784"/>
                <a:chExt cx="360363" cy="720725"/>
              </a:xfrm>
            </p:grpSpPr>
            <p:sp>
              <p:nvSpPr>
                <p:cNvPr id="95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6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7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92" name="Line 268"/>
              <p:cNvSpPr>
                <a:spLocks noChangeShapeType="1"/>
              </p:cNvSpPr>
              <p:nvPr/>
            </p:nvSpPr>
            <p:spPr bwMode="auto">
              <a:xfrm>
                <a:off x="1714488" y="5286380"/>
                <a:ext cx="5762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3" name="Line 269"/>
              <p:cNvSpPr>
                <a:spLocks noChangeShapeType="1"/>
              </p:cNvSpPr>
              <p:nvPr/>
            </p:nvSpPr>
            <p:spPr bwMode="auto">
              <a:xfrm>
                <a:off x="2285992" y="4572000"/>
                <a:ext cx="0" cy="7200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4" name="Line 270"/>
              <p:cNvSpPr>
                <a:spLocks noChangeShapeType="1"/>
              </p:cNvSpPr>
              <p:nvPr/>
            </p:nvSpPr>
            <p:spPr bwMode="auto">
              <a:xfrm flipH="1">
                <a:off x="2000240" y="4572000"/>
                <a:ext cx="2881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7" name="그룹 38"/>
            <p:cNvGrpSpPr>
              <a:grpSpLocks/>
            </p:cNvGrpSpPr>
            <p:nvPr/>
          </p:nvGrpSpPr>
          <p:grpSpPr bwMode="auto">
            <a:xfrm>
              <a:off x="2214554" y="2571736"/>
              <a:ext cx="288925" cy="1857388"/>
              <a:chOff x="2276872" y="2627784"/>
              <a:chExt cx="360363" cy="720725"/>
            </a:xfrm>
          </p:grpSpPr>
          <p:sp>
            <p:nvSpPr>
              <p:cNvPr id="148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9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0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1" name="그룹 38"/>
            <p:cNvGrpSpPr>
              <a:grpSpLocks/>
            </p:cNvGrpSpPr>
            <p:nvPr/>
          </p:nvGrpSpPr>
          <p:grpSpPr bwMode="auto">
            <a:xfrm>
              <a:off x="2214554" y="5572132"/>
              <a:ext cx="288925" cy="1857388"/>
              <a:chOff x="2276872" y="2627784"/>
              <a:chExt cx="360363" cy="720725"/>
            </a:xfrm>
          </p:grpSpPr>
          <p:sp>
            <p:nvSpPr>
              <p:cNvPr id="152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3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4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63" name="그룹 38"/>
            <p:cNvGrpSpPr>
              <a:grpSpLocks/>
            </p:cNvGrpSpPr>
            <p:nvPr/>
          </p:nvGrpSpPr>
          <p:grpSpPr bwMode="auto">
            <a:xfrm>
              <a:off x="2500306" y="3500430"/>
              <a:ext cx="288925" cy="3000396"/>
              <a:chOff x="2276872" y="2627784"/>
              <a:chExt cx="360363" cy="720725"/>
            </a:xfrm>
          </p:grpSpPr>
          <p:sp>
            <p:nvSpPr>
              <p:cNvPr id="164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5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6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176" name="그룹 175"/>
          <p:cNvGrpSpPr/>
          <p:nvPr/>
        </p:nvGrpSpPr>
        <p:grpSpPr>
          <a:xfrm>
            <a:off x="4000504" y="2143108"/>
            <a:ext cx="2505089" cy="5818304"/>
            <a:chOff x="3857628" y="2143108"/>
            <a:chExt cx="2505089" cy="5818304"/>
          </a:xfrm>
        </p:grpSpPr>
        <p:grpSp>
          <p:nvGrpSpPr>
            <p:cNvPr id="99" name="그룹 98"/>
            <p:cNvGrpSpPr/>
            <p:nvPr/>
          </p:nvGrpSpPr>
          <p:grpSpPr>
            <a:xfrm rot="10800000">
              <a:off x="4429132" y="2143108"/>
              <a:ext cx="1933585" cy="5818304"/>
              <a:chOff x="428604" y="2143108"/>
              <a:chExt cx="1933585" cy="5818304"/>
            </a:xfrm>
          </p:grpSpPr>
          <p:grpSp>
            <p:nvGrpSpPr>
              <p:cNvPr id="100" name="그룹 62"/>
              <p:cNvGrpSpPr/>
              <p:nvPr/>
            </p:nvGrpSpPr>
            <p:grpSpPr>
              <a:xfrm>
                <a:off x="428604" y="2143108"/>
                <a:ext cx="1382843" cy="5818304"/>
                <a:chOff x="500042" y="2143108"/>
                <a:chExt cx="1382843" cy="5818304"/>
              </a:xfrm>
            </p:grpSpPr>
            <p:sp>
              <p:nvSpPr>
                <p:cNvPr id="135" name="직사각형 21"/>
                <p:cNvSpPr/>
                <p:nvPr/>
              </p:nvSpPr>
              <p:spPr bwMode="auto">
                <a:xfrm rot="10800000">
                  <a:off x="500042" y="2143108"/>
                  <a:ext cx="1382843" cy="31757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kumimoji="0" lang="ko-KR" altLang="en-US" sz="2000" dirty="0" smtClean="0">
                      <a:solidFill>
                        <a:schemeClr val="tx1"/>
                      </a:solidFill>
                    </a:rPr>
                    <a:t>중랑중학</a:t>
                  </a:r>
                  <a:endParaRPr kumimoji="0" lang="en-US" altLang="ko-KR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" name="직사각형 21"/>
                <p:cNvSpPr/>
                <p:nvPr/>
              </p:nvSpPr>
              <p:spPr bwMode="auto">
                <a:xfrm rot="10800000">
                  <a:off x="500042" y="2643174"/>
                  <a:ext cx="1382843" cy="31757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kumimoji="0" lang="ko-KR" altLang="en-US" sz="2000" dirty="0" err="1" smtClean="0">
                      <a:solidFill>
                        <a:schemeClr val="tx1"/>
                      </a:solidFill>
                    </a:rPr>
                    <a:t>태랑중</a:t>
                  </a:r>
                  <a:r>
                    <a:rPr kumimoji="0" lang="en-US" altLang="ko-KR" sz="2000" dirty="0" smtClean="0">
                      <a:solidFill>
                        <a:schemeClr val="tx1"/>
                      </a:solidFill>
                    </a:rPr>
                    <a:t>A</a:t>
                  </a:r>
                  <a:endParaRPr kumimoji="0" lang="en-US" altLang="ko-KR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7" name="직사각형 21"/>
                <p:cNvSpPr/>
                <p:nvPr/>
              </p:nvSpPr>
              <p:spPr bwMode="auto">
                <a:xfrm rot="10800000">
                  <a:off x="500042" y="3143240"/>
                  <a:ext cx="1382843" cy="31757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kumimoji="0" lang="ko-KR" altLang="en-US" sz="2000" dirty="0" err="1" smtClean="0">
                      <a:solidFill>
                        <a:schemeClr val="tx1"/>
                      </a:solidFill>
                    </a:rPr>
                    <a:t>월계중</a:t>
                  </a:r>
                  <a:r>
                    <a:rPr kumimoji="0" lang="en-US" altLang="ko-KR" sz="2000" dirty="0" smtClean="0">
                      <a:solidFill>
                        <a:schemeClr val="tx1"/>
                      </a:solidFill>
                    </a:rPr>
                    <a:t>B</a:t>
                  </a:r>
                  <a:endParaRPr kumimoji="0" lang="en-US" altLang="ko-KR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8" name="직사각형 21"/>
                <p:cNvSpPr/>
                <p:nvPr/>
              </p:nvSpPr>
              <p:spPr bwMode="auto">
                <a:xfrm rot="10800000">
                  <a:off x="500042" y="7643834"/>
                  <a:ext cx="1382843" cy="31757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kumimoji="0" lang="ko-KR" altLang="en-US" sz="2000" dirty="0" err="1" smtClean="0">
                      <a:solidFill>
                        <a:schemeClr val="tx1"/>
                      </a:solidFill>
                    </a:rPr>
                    <a:t>이수중</a:t>
                  </a:r>
                  <a:r>
                    <a:rPr kumimoji="0" lang="en-US" altLang="ko-KR" sz="2000" dirty="0" smtClean="0">
                      <a:solidFill>
                        <a:schemeClr val="tx1"/>
                      </a:solidFill>
                    </a:rPr>
                    <a:t>B</a:t>
                  </a:r>
                  <a:endParaRPr kumimoji="0" lang="en-US" altLang="ko-KR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9" name="직사각형 21"/>
                <p:cNvSpPr/>
                <p:nvPr/>
              </p:nvSpPr>
              <p:spPr bwMode="auto">
                <a:xfrm rot="10800000">
                  <a:off x="500042" y="7143768"/>
                  <a:ext cx="1382843" cy="31757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kumimoji="0" lang="ko-KR" altLang="en-US" sz="2000" dirty="0" smtClean="0">
                      <a:solidFill>
                        <a:schemeClr val="tx1"/>
                      </a:solidFill>
                    </a:rPr>
                    <a:t>세곡중</a:t>
                  </a:r>
                  <a:r>
                    <a:rPr kumimoji="0" lang="ko-KR" altLang="en-US" sz="2000" dirty="0">
                      <a:solidFill>
                        <a:schemeClr val="tx1"/>
                      </a:solidFill>
                    </a:rPr>
                    <a:t>학</a:t>
                  </a:r>
                  <a:endParaRPr kumimoji="0" lang="en-US" altLang="ko-KR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0" name="직사각형 21"/>
                <p:cNvSpPr/>
                <p:nvPr/>
              </p:nvSpPr>
              <p:spPr bwMode="auto">
                <a:xfrm rot="10800000">
                  <a:off x="500042" y="6643702"/>
                  <a:ext cx="1382843" cy="31757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kumimoji="0" lang="ko-KR" altLang="en-US" sz="2000" dirty="0" err="1" smtClean="0">
                      <a:solidFill>
                        <a:schemeClr val="tx1"/>
                      </a:solidFill>
                    </a:rPr>
                    <a:t>삼육중</a:t>
                  </a:r>
                  <a:r>
                    <a:rPr kumimoji="0" lang="en-US" altLang="ko-KR" sz="2000" dirty="0" smtClean="0">
                      <a:solidFill>
                        <a:schemeClr val="tx1"/>
                      </a:solidFill>
                    </a:rPr>
                    <a:t>A</a:t>
                  </a:r>
                  <a:endParaRPr kumimoji="0" lang="en-US" altLang="ko-KR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1" name="직사각형 21"/>
                <p:cNvSpPr/>
                <p:nvPr/>
              </p:nvSpPr>
              <p:spPr bwMode="auto">
                <a:xfrm rot="10800000">
                  <a:off x="500042" y="3643306"/>
                  <a:ext cx="1382843" cy="31757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kumimoji="0" lang="ko-KR" altLang="en-US" sz="2000" dirty="0" smtClean="0">
                      <a:solidFill>
                        <a:schemeClr val="tx1"/>
                      </a:solidFill>
                    </a:rPr>
                    <a:t>상명중학</a:t>
                  </a:r>
                  <a:endParaRPr kumimoji="0" lang="en-US" altLang="ko-KR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2" name="직사각형 21"/>
                <p:cNvSpPr/>
                <p:nvPr/>
              </p:nvSpPr>
              <p:spPr bwMode="auto">
                <a:xfrm rot="10800000">
                  <a:off x="500042" y="6143636"/>
                  <a:ext cx="1382843" cy="31757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kumimoji="0" lang="ko-KR" altLang="en-US" sz="2000" dirty="0" smtClean="0">
                      <a:solidFill>
                        <a:schemeClr val="tx1"/>
                      </a:solidFill>
                    </a:rPr>
                    <a:t>하계중</a:t>
                  </a:r>
                  <a:r>
                    <a:rPr kumimoji="0" lang="ko-KR" altLang="en-US" sz="2000" dirty="0">
                      <a:solidFill>
                        <a:schemeClr val="tx1"/>
                      </a:solidFill>
                    </a:rPr>
                    <a:t>학</a:t>
                  </a:r>
                  <a:endParaRPr kumimoji="0" lang="en-US" altLang="ko-KR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직사각형 21"/>
                <p:cNvSpPr/>
                <p:nvPr/>
              </p:nvSpPr>
              <p:spPr bwMode="auto">
                <a:xfrm rot="10800000">
                  <a:off x="500042" y="5643570"/>
                  <a:ext cx="1382843" cy="31757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kumimoji="0" lang="ko-KR" altLang="en-US" sz="2000" dirty="0" err="1" smtClean="0">
                      <a:solidFill>
                        <a:schemeClr val="tx1"/>
                      </a:solidFill>
                    </a:rPr>
                    <a:t>반포중</a:t>
                  </a:r>
                  <a:r>
                    <a:rPr kumimoji="0" lang="en-US" altLang="ko-KR" sz="2000" dirty="0" smtClean="0">
                      <a:solidFill>
                        <a:schemeClr val="tx1"/>
                      </a:solidFill>
                    </a:rPr>
                    <a:t>B</a:t>
                  </a:r>
                  <a:endParaRPr kumimoji="0" lang="en-US" altLang="ko-KR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" name="직사각형 21"/>
                <p:cNvSpPr/>
                <p:nvPr/>
              </p:nvSpPr>
              <p:spPr bwMode="auto">
                <a:xfrm rot="10800000">
                  <a:off x="500042" y="4143372"/>
                  <a:ext cx="1382843" cy="31757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kumimoji="0" lang="ko-KR" altLang="en-US" sz="2000" dirty="0" err="1" smtClean="0">
                      <a:solidFill>
                        <a:schemeClr val="tx1"/>
                      </a:solidFill>
                    </a:rPr>
                    <a:t>원묵중</a:t>
                  </a:r>
                  <a:r>
                    <a:rPr kumimoji="0" lang="en-US" altLang="ko-KR" sz="2000" dirty="0" smtClean="0">
                      <a:solidFill>
                        <a:schemeClr val="tx1"/>
                      </a:solidFill>
                    </a:rPr>
                    <a:t>A</a:t>
                  </a:r>
                  <a:endParaRPr kumimoji="0" lang="en-US" altLang="ko-KR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5" name="직사각형 21"/>
                <p:cNvSpPr/>
                <p:nvPr/>
              </p:nvSpPr>
              <p:spPr bwMode="auto">
                <a:xfrm rot="10800000">
                  <a:off x="500042" y="4643438"/>
                  <a:ext cx="1382843" cy="31757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kumimoji="0" lang="ko-KR" altLang="en-US" sz="2000" dirty="0" err="1" smtClean="0">
                      <a:solidFill>
                        <a:schemeClr val="tx1"/>
                      </a:solidFill>
                    </a:rPr>
                    <a:t>상봉중</a:t>
                  </a:r>
                  <a:r>
                    <a:rPr kumimoji="0" lang="en-US" altLang="ko-KR" sz="2000" dirty="0" smtClean="0">
                      <a:solidFill>
                        <a:schemeClr val="tx1"/>
                      </a:solidFill>
                    </a:rPr>
                    <a:t>B</a:t>
                  </a:r>
                  <a:endParaRPr kumimoji="0" lang="en-US" altLang="ko-KR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" name="직사각형 21"/>
                <p:cNvSpPr/>
                <p:nvPr/>
              </p:nvSpPr>
              <p:spPr bwMode="auto">
                <a:xfrm rot="10800000">
                  <a:off x="500042" y="5143504"/>
                  <a:ext cx="1382843" cy="31757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kumimoji="0" lang="ko-KR" altLang="en-US" sz="2000" dirty="0" err="1" smtClean="0">
                      <a:solidFill>
                        <a:schemeClr val="tx1"/>
                      </a:solidFill>
                    </a:rPr>
                    <a:t>상경중</a:t>
                  </a:r>
                  <a:r>
                    <a:rPr kumimoji="0" lang="en-US" altLang="ko-KR" sz="2000" dirty="0" smtClean="0">
                      <a:solidFill>
                        <a:schemeClr val="tx1"/>
                      </a:solidFill>
                    </a:rPr>
                    <a:t>A</a:t>
                  </a:r>
                  <a:endParaRPr kumimoji="0" lang="en-US" altLang="ko-KR" sz="20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1" name="그룹 63"/>
              <p:cNvGrpSpPr/>
              <p:nvPr/>
            </p:nvGrpSpPr>
            <p:grpSpPr>
              <a:xfrm>
                <a:off x="1785926" y="2285982"/>
                <a:ext cx="576263" cy="1071569"/>
                <a:chOff x="2071678" y="2279163"/>
                <a:chExt cx="576263" cy="1156174"/>
              </a:xfrm>
            </p:grpSpPr>
            <p:grpSp>
              <p:nvGrpSpPr>
                <p:cNvPr id="127" name="그룹 38"/>
                <p:cNvGrpSpPr>
                  <a:grpSpLocks/>
                </p:cNvGrpSpPr>
                <p:nvPr/>
              </p:nvGrpSpPr>
              <p:grpSpPr bwMode="auto">
                <a:xfrm>
                  <a:off x="2071678" y="2714612"/>
                  <a:ext cx="288925" cy="720725"/>
                  <a:chOff x="2276872" y="2627784"/>
                  <a:chExt cx="360363" cy="720725"/>
                </a:xfrm>
              </p:grpSpPr>
              <p:sp>
                <p:nvSpPr>
                  <p:cNvPr id="132" name="Line 268"/>
                  <p:cNvSpPr>
                    <a:spLocks noChangeShapeType="1"/>
                  </p:cNvSpPr>
                  <p:nvPr/>
                </p:nvSpPr>
                <p:spPr bwMode="auto">
                  <a:xfrm>
                    <a:off x="2276872" y="2627784"/>
                    <a:ext cx="360363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3" name="Line 269"/>
                  <p:cNvSpPr>
                    <a:spLocks noChangeShapeType="1"/>
                  </p:cNvSpPr>
                  <p:nvPr/>
                </p:nvSpPr>
                <p:spPr bwMode="auto">
                  <a:xfrm>
                    <a:off x="2637235" y="2627784"/>
                    <a:ext cx="0" cy="72072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4" name="Line 27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76872" y="3348509"/>
                    <a:ext cx="360363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28" name="그룹 71"/>
                <p:cNvGrpSpPr>
                  <a:grpSpLocks/>
                </p:cNvGrpSpPr>
                <p:nvPr/>
              </p:nvGrpSpPr>
              <p:grpSpPr bwMode="auto">
                <a:xfrm>
                  <a:off x="2071678" y="2279163"/>
                  <a:ext cx="576263" cy="720080"/>
                  <a:chOff x="2132856" y="2555776"/>
                  <a:chExt cx="576064" cy="720080"/>
                </a:xfrm>
              </p:grpSpPr>
              <p:sp>
                <p:nvSpPr>
                  <p:cNvPr id="129" name="Line 268"/>
                  <p:cNvSpPr>
                    <a:spLocks noChangeShapeType="1"/>
                  </p:cNvSpPr>
                  <p:nvPr/>
                </p:nvSpPr>
                <p:spPr bwMode="auto">
                  <a:xfrm>
                    <a:off x="2132856" y="2555776"/>
                    <a:ext cx="576064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0" name="Line 269"/>
                  <p:cNvSpPr>
                    <a:spLocks noChangeShapeType="1"/>
                  </p:cNvSpPr>
                  <p:nvPr/>
                </p:nvSpPr>
                <p:spPr bwMode="auto">
                  <a:xfrm>
                    <a:off x="2708920" y="2555776"/>
                    <a:ext cx="0" cy="7200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1" name="Line 27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420888" y="3275856"/>
                    <a:ext cx="28803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</p:grpSp>
          <p:grpSp>
            <p:nvGrpSpPr>
              <p:cNvPr id="102" name="그룹 72"/>
              <p:cNvGrpSpPr/>
              <p:nvPr/>
            </p:nvGrpSpPr>
            <p:grpSpPr>
              <a:xfrm>
                <a:off x="1785926" y="3714744"/>
                <a:ext cx="576263" cy="1000132"/>
                <a:chOff x="1714488" y="4221631"/>
                <a:chExt cx="576263" cy="1070449"/>
              </a:xfrm>
            </p:grpSpPr>
            <p:grpSp>
              <p:nvGrpSpPr>
                <p:cNvPr id="120" name="그룹 38"/>
                <p:cNvGrpSpPr>
                  <a:grpSpLocks/>
                </p:cNvGrpSpPr>
                <p:nvPr/>
              </p:nvGrpSpPr>
              <p:grpSpPr bwMode="auto">
                <a:xfrm>
                  <a:off x="1714488" y="4221631"/>
                  <a:ext cx="288925" cy="720725"/>
                  <a:chOff x="2276872" y="2627784"/>
                  <a:chExt cx="360363" cy="720725"/>
                </a:xfrm>
              </p:grpSpPr>
              <p:sp>
                <p:nvSpPr>
                  <p:cNvPr id="124" name="Line 268"/>
                  <p:cNvSpPr>
                    <a:spLocks noChangeShapeType="1"/>
                  </p:cNvSpPr>
                  <p:nvPr/>
                </p:nvSpPr>
                <p:spPr bwMode="auto">
                  <a:xfrm>
                    <a:off x="2276872" y="2627784"/>
                    <a:ext cx="360363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5" name="Line 269"/>
                  <p:cNvSpPr>
                    <a:spLocks noChangeShapeType="1"/>
                  </p:cNvSpPr>
                  <p:nvPr/>
                </p:nvSpPr>
                <p:spPr bwMode="auto">
                  <a:xfrm>
                    <a:off x="2637235" y="2627784"/>
                    <a:ext cx="0" cy="72072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6" name="Line 27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76872" y="3348509"/>
                    <a:ext cx="360363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sp>
              <p:nvSpPr>
                <p:cNvPr id="121" name="Line 268"/>
                <p:cNvSpPr>
                  <a:spLocks noChangeShapeType="1"/>
                </p:cNvSpPr>
                <p:nvPr/>
              </p:nvSpPr>
              <p:spPr bwMode="auto">
                <a:xfrm>
                  <a:off x="1714488" y="5286380"/>
                  <a:ext cx="5762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2" name="Line 269"/>
                <p:cNvSpPr>
                  <a:spLocks noChangeShapeType="1"/>
                </p:cNvSpPr>
                <p:nvPr/>
              </p:nvSpPr>
              <p:spPr bwMode="auto">
                <a:xfrm>
                  <a:off x="2285992" y="4572000"/>
                  <a:ext cx="0" cy="7200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3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000240" y="4572000"/>
                  <a:ext cx="2881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03" name="그룹 80"/>
              <p:cNvGrpSpPr/>
              <p:nvPr/>
            </p:nvGrpSpPr>
            <p:grpSpPr>
              <a:xfrm>
                <a:off x="1785926" y="5286378"/>
                <a:ext cx="576263" cy="1071569"/>
                <a:chOff x="2071678" y="2279163"/>
                <a:chExt cx="576263" cy="1156174"/>
              </a:xfrm>
            </p:grpSpPr>
            <p:grpSp>
              <p:nvGrpSpPr>
                <p:cNvPr id="112" name="그룹 38"/>
                <p:cNvGrpSpPr>
                  <a:grpSpLocks/>
                </p:cNvGrpSpPr>
                <p:nvPr/>
              </p:nvGrpSpPr>
              <p:grpSpPr bwMode="auto">
                <a:xfrm>
                  <a:off x="2071678" y="2714612"/>
                  <a:ext cx="288925" cy="720725"/>
                  <a:chOff x="2276872" y="2627784"/>
                  <a:chExt cx="360363" cy="720725"/>
                </a:xfrm>
              </p:grpSpPr>
              <p:sp>
                <p:nvSpPr>
                  <p:cNvPr id="117" name="Line 268"/>
                  <p:cNvSpPr>
                    <a:spLocks noChangeShapeType="1"/>
                  </p:cNvSpPr>
                  <p:nvPr/>
                </p:nvSpPr>
                <p:spPr bwMode="auto">
                  <a:xfrm>
                    <a:off x="2276872" y="2627784"/>
                    <a:ext cx="360363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18" name="Line 269"/>
                  <p:cNvSpPr>
                    <a:spLocks noChangeShapeType="1"/>
                  </p:cNvSpPr>
                  <p:nvPr/>
                </p:nvSpPr>
                <p:spPr bwMode="auto">
                  <a:xfrm>
                    <a:off x="2637235" y="2627784"/>
                    <a:ext cx="0" cy="72072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19" name="Line 27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76872" y="3348509"/>
                    <a:ext cx="360363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13" name="그룹 71"/>
                <p:cNvGrpSpPr>
                  <a:grpSpLocks/>
                </p:cNvGrpSpPr>
                <p:nvPr/>
              </p:nvGrpSpPr>
              <p:grpSpPr bwMode="auto">
                <a:xfrm>
                  <a:off x="2071678" y="2279163"/>
                  <a:ext cx="576263" cy="720080"/>
                  <a:chOff x="2132856" y="2555776"/>
                  <a:chExt cx="576064" cy="720080"/>
                </a:xfrm>
              </p:grpSpPr>
              <p:sp>
                <p:nvSpPr>
                  <p:cNvPr id="114" name="Line 268"/>
                  <p:cNvSpPr>
                    <a:spLocks noChangeShapeType="1"/>
                  </p:cNvSpPr>
                  <p:nvPr/>
                </p:nvSpPr>
                <p:spPr bwMode="auto">
                  <a:xfrm>
                    <a:off x="2132856" y="2555776"/>
                    <a:ext cx="576064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15" name="Line 269"/>
                  <p:cNvSpPr>
                    <a:spLocks noChangeShapeType="1"/>
                  </p:cNvSpPr>
                  <p:nvPr/>
                </p:nvSpPr>
                <p:spPr bwMode="auto">
                  <a:xfrm>
                    <a:off x="2708920" y="2555776"/>
                    <a:ext cx="0" cy="7200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16" name="Line 27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420888" y="3275856"/>
                    <a:ext cx="28803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</p:grpSp>
          <p:grpSp>
            <p:nvGrpSpPr>
              <p:cNvPr id="104" name="그룹 89"/>
              <p:cNvGrpSpPr/>
              <p:nvPr/>
            </p:nvGrpSpPr>
            <p:grpSpPr>
              <a:xfrm>
                <a:off x="1785926" y="6715140"/>
                <a:ext cx="576263" cy="1000132"/>
                <a:chOff x="1714488" y="4221631"/>
                <a:chExt cx="576263" cy="1070449"/>
              </a:xfrm>
            </p:grpSpPr>
            <p:grpSp>
              <p:nvGrpSpPr>
                <p:cNvPr id="105" name="그룹 38"/>
                <p:cNvGrpSpPr>
                  <a:grpSpLocks/>
                </p:cNvGrpSpPr>
                <p:nvPr/>
              </p:nvGrpSpPr>
              <p:grpSpPr bwMode="auto">
                <a:xfrm>
                  <a:off x="1714488" y="4221631"/>
                  <a:ext cx="288925" cy="720725"/>
                  <a:chOff x="2276872" y="2627784"/>
                  <a:chExt cx="360363" cy="720725"/>
                </a:xfrm>
              </p:grpSpPr>
              <p:sp>
                <p:nvSpPr>
                  <p:cNvPr id="109" name="Line 268"/>
                  <p:cNvSpPr>
                    <a:spLocks noChangeShapeType="1"/>
                  </p:cNvSpPr>
                  <p:nvPr/>
                </p:nvSpPr>
                <p:spPr bwMode="auto">
                  <a:xfrm>
                    <a:off x="2276872" y="2627784"/>
                    <a:ext cx="360363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10" name="Line 269"/>
                  <p:cNvSpPr>
                    <a:spLocks noChangeShapeType="1"/>
                  </p:cNvSpPr>
                  <p:nvPr/>
                </p:nvSpPr>
                <p:spPr bwMode="auto">
                  <a:xfrm>
                    <a:off x="2637235" y="2627784"/>
                    <a:ext cx="0" cy="72072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11" name="Line 27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76872" y="3348509"/>
                    <a:ext cx="360363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sp>
              <p:nvSpPr>
                <p:cNvPr id="106" name="Line 268"/>
                <p:cNvSpPr>
                  <a:spLocks noChangeShapeType="1"/>
                </p:cNvSpPr>
                <p:nvPr/>
              </p:nvSpPr>
              <p:spPr bwMode="auto">
                <a:xfrm>
                  <a:off x="1714488" y="5286380"/>
                  <a:ext cx="5762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07" name="Line 269"/>
                <p:cNvSpPr>
                  <a:spLocks noChangeShapeType="1"/>
                </p:cNvSpPr>
                <p:nvPr/>
              </p:nvSpPr>
              <p:spPr bwMode="auto">
                <a:xfrm>
                  <a:off x="2285992" y="4572000"/>
                  <a:ext cx="0" cy="7200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08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000240" y="4572000"/>
                  <a:ext cx="2881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155" name="그룹 38"/>
            <p:cNvGrpSpPr>
              <a:grpSpLocks/>
            </p:cNvGrpSpPr>
            <p:nvPr/>
          </p:nvGrpSpPr>
          <p:grpSpPr bwMode="auto">
            <a:xfrm rot="10800000">
              <a:off x="4143380" y="2643174"/>
              <a:ext cx="288925" cy="1857388"/>
              <a:chOff x="2276872" y="2627784"/>
              <a:chExt cx="360363" cy="720725"/>
            </a:xfrm>
          </p:grpSpPr>
          <p:sp>
            <p:nvSpPr>
              <p:cNvPr id="156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7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8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9" name="그룹 38"/>
            <p:cNvGrpSpPr>
              <a:grpSpLocks/>
            </p:cNvGrpSpPr>
            <p:nvPr/>
          </p:nvGrpSpPr>
          <p:grpSpPr bwMode="auto">
            <a:xfrm rot="10800000">
              <a:off x="4143380" y="5643570"/>
              <a:ext cx="288925" cy="1857388"/>
              <a:chOff x="2276872" y="2627784"/>
              <a:chExt cx="360363" cy="720725"/>
            </a:xfrm>
          </p:grpSpPr>
          <p:sp>
            <p:nvSpPr>
              <p:cNvPr id="160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1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2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67" name="그룹 38"/>
            <p:cNvGrpSpPr>
              <a:grpSpLocks/>
            </p:cNvGrpSpPr>
            <p:nvPr/>
          </p:nvGrpSpPr>
          <p:grpSpPr bwMode="auto">
            <a:xfrm rot="10800000">
              <a:off x="3857628" y="3500430"/>
              <a:ext cx="288925" cy="3000396"/>
              <a:chOff x="2276872" y="2627784"/>
              <a:chExt cx="360363" cy="720725"/>
            </a:xfrm>
          </p:grpSpPr>
          <p:sp>
            <p:nvSpPr>
              <p:cNvPr id="168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9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0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171" name="그룹 170"/>
          <p:cNvGrpSpPr/>
          <p:nvPr/>
        </p:nvGrpSpPr>
        <p:grpSpPr>
          <a:xfrm>
            <a:off x="2786058" y="4214810"/>
            <a:ext cx="1235264" cy="1571636"/>
            <a:chOff x="2928934" y="3286116"/>
            <a:chExt cx="1235264" cy="3123383"/>
          </a:xfrm>
        </p:grpSpPr>
        <p:sp>
          <p:nvSpPr>
            <p:cNvPr id="172" name="Line 331"/>
            <p:cNvSpPr>
              <a:spLocks noChangeShapeType="1"/>
            </p:cNvSpPr>
            <p:nvPr/>
          </p:nvSpPr>
          <p:spPr bwMode="auto">
            <a:xfrm flipV="1">
              <a:off x="2928934" y="4857752"/>
              <a:ext cx="378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3" name="직사각형 172"/>
            <p:cNvSpPr/>
            <p:nvPr/>
          </p:nvSpPr>
          <p:spPr bwMode="auto">
            <a:xfrm>
              <a:off x="3286124" y="3286116"/>
              <a:ext cx="490587" cy="312338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74" name="Line 331"/>
            <p:cNvSpPr>
              <a:spLocks noChangeShapeType="1"/>
            </p:cNvSpPr>
            <p:nvPr/>
          </p:nvSpPr>
          <p:spPr bwMode="auto">
            <a:xfrm flipV="1">
              <a:off x="3786190" y="4857752"/>
              <a:ext cx="378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7" name="타원 176"/>
          <p:cNvSpPr/>
          <p:nvPr/>
        </p:nvSpPr>
        <p:spPr bwMode="auto">
          <a:xfrm>
            <a:off x="992276" y="1132591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78" name="순서도: 천공 테이프 177"/>
          <p:cNvSpPr/>
          <p:nvPr/>
        </p:nvSpPr>
        <p:spPr>
          <a:xfrm>
            <a:off x="1919214" y="1131621"/>
            <a:ext cx="357190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9" name="직사각형 178"/>
          <p:cNvSpPr/>
          <p:nvPr/>
        </p:nvSpPr>
        <p:spPr bwMode="auto">
          <a:xfrm>
            <a:off x="2786058" y="1193534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0" name="이등변 삼각형 179"/>
          <p:cNvSpPr/>
          <p:nvPr/>
        </p:nvSpPr>
        <p:spPr bwMode="auto">
          <a:xfrm>
            <a:off x="4507598" y="1143705"/>
            <a:ext cx="404813" cy="327025"/>
          </a:xfrm>
          <a:prstGeom prst="triangle">
            <a:avLst/>
          </a:prstGeom>
          <a:solidFill>
            <a:schemeClr val="accent1">
              <a:alpha val="0"/>
            </a:scheme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u="sng"/>
          </a:p>
        </p:txBody>
      </p:sp>
      <p:sp>
        <p:nvSpPr>
          <p:cNvPr id="182" name="정오각형 181"/>
          <p:cNvSpPr/>
          <p:nvPr/>
        </p:nvSpPr>
        <p:spPr bwMode="auto">
          <a:xfrm>
            <a:off x="5437107" y="1143705"/>
            <a:ext cx="377064" cy="360362"/>
          </a:xfrm>
          <a:prstGeom prst="pentagon">
            <a:avLst/>
          </a:prstGeom>
          <a:solidFill>
            <a:schemeClr val="accent1">
              <a:alpha val="0"/>
            </a:schemeClr>
          </a:solidFill>
          <a:ln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64704" y="1504067"/>
            <a:ext cx="5328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   21</a:t>
            </a:r>
            <a:r>
              <a:rPr lang="ko-KR" altLang="en-US" dirty="0" smtClean="0"/>
              <a:t>일           </a:t>
            </a:r>
            <a:r>
              <a:rPr lang="en-US" altLang="ko-KR" dirty="0" smtClean="0"/>
              <a:t>22</a:t>
            </a:r>
            <a:r>
              <a:rPr lang="ko-KR" altLang="en-US" dirty="0" smtClean="0"/>
              <a:t>일          </a:t>
            </a:r>
            <a:r>
              <a:rPr lang="en-US" altLang="ko-KR" dirty="0" smtClean="0"/>
              <a:t>23</a:t>
            </a:r>
            <a:r>
              <a:rPr lang="ko-KR" altLang="en-US" dirty="0" smtClean="0"/>
              <a:t>일         </a:t>
            </a:r>
            <a:r>
              <a:rPr lang="en-US" altLang="ko-KR" dirty="0" smtClean="0"/>
              <a:t>24</a:t>
            </a:r>
            <a:r>
              <a:rPr lang="ko-KR" altLang="en-US" dirty="0" smtClean="0"/>
              <a:t>일            </a:t>
            </a:r>
            <a:r>
              <a:rPr lang="en-US" altLang="ko-KR" dirty="0" smtClean="0"/>
              <a:t>25</a:t>
            </a:r>
            <a:r>
              <a:rPr lang="ko-KR" altLang="en-US" dirty="0" smtClean="0"/>
              <a:t>일            </a:t>
            </a:r>
            <a:r>
              <a:rPr lang="en-US" altLang="ko-KR" dirty="0" smtClean="0"/>
              <a:t>26</a:t>
            </a:r>
            <a:r>
              <a:rPr lang="ko-KR" altLang="en-US" dirty="0" smtClean="0"/>
              <a:t>일</a:t>
            </a:r>
            <a:endParaRPr lang="ko-KR" altLang="en-US" dirty="0"/>
          </a:p>
        </p:txBody>
      </p:sp>
      <p:sp>
        <p:nvSpPr>
          <p:cNvPr id="175" name="타원 174"/>
          <p:cNvSpPr/>
          <p:nvPr/>
        </p:nvSpPr>
        <p:spPr bwMode="auto">
          <a:xfrm>
            <a:off x="1573198" y="2844966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655810" y="2895438"/>
            <a:ext cx="263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83" name="타원 182"/>
          <p:cNvSpPr/>
          <p:nvPr/>
        </p:nvSpPr>
        <p:spPr bwMode="auto">
          <a:xfrm>
            <a:off x="1539190" y="3857620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630519" y="3903598"/>
            <a:ext cx="25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84" name="타원 183"/>
          <p:cNvSpPr/>
          <p:nvPr/>
        </p:nvSpPr>
        <p:spPr bwMode="auto">
          <a:xfrm>
            <a:off x="1525104" y="5786446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85" name="타원 184"/>
          <p:cNvSpPr/>
          <p:nvPr/>
        </p:nvSpPr>
        <p:spPr bwMode="auto">
          <a:xfrm>
            <a:off x="1546199" y="6873235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609302" y="5826541"/>
            <a:ext cx="260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7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640969" y="6912871"/>
            <a:ext cx="346016" cy="277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8</a:t>
            </a:r>
            <a:endParaRPr lang="ko-KR" altLang="en-US" dirty="0"/>
          </a:p>
        </p:txBody>
      </p:sp>
      <p:sp>
        <p:nvSpPr>
          <p:cNvPr id="186" name="순서도: 천공 테이프 185"/>
          <p:cNvSpPr/>
          <p:nvPr/>
        </p:nvSpPr>
        <p:spPr>
          <a:xfrm>
            <a:off x="4862519" y="3889401"/>
            <a:ext cx="357190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7" name="순서도: 천공 테이프 186"/>
          <p:cNvSpPr/>
          <p:nvPr/>
        </p:nvSpPr>
        <p:spPr>
          <a:xfrm>
            <a:off x="4859345" y="2908227"/>
            <a:ext cx="357190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8" name="순서도: 천공 테이프 187"/>
          <p:cNvSpPr/>
          <p:nvPr/>
        </p:nvSpPr>
        <p:spPr>
          <a:xfrm>
            <a:off x="4859345" y="5879494"/>
            <a:ext cx="357190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9" name="순서도: 천공 테이프 188"/>
          <p:cNvSpPr/>
          <p:nvPr/>
        </p:nvSpPr>
        <p:spPr>
          <a:xfrm>
            <a:off x="4859345" y="6907367"/>
            <a:ext cx="357190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07167" y="2908227"/>
            <a:ext cx="267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898245" y="3921132"/>
            <a:ext cx="241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912411" y="5898548"/>
            <a:ext cx="2143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916699" y="6917821"/>
            <a:ext cx="214313" cy="28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7</a:t>
            </a:r>
            <a:endParaRPr lang="ko-KR" altLang="en-US" dirty="0"/>
          </a:p>
        </p:txBody>
      </p:sp>
      <p:sp>
        <p:nvSpPr>
          <p:cNvPr id="190" name="십자형 189"/>
          <p:cNvSpPr/>
          <p:nvPr/>
        </p:nvSpPr>
        <p:spPr bwMode="auto">
          <a:xfrm>
            <a:off x="3579907" y="1123771"/>
            <a:ext cx="336515" cy="360362"/>
          </a:xfrm>
          <a:prstGeom prst="plus">
            <a:avLst>
              <a:gd name="adj" fmla="val 23204"/>
            </a:avLst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91" name="직사각형 190"/>
          <p:cNvSpPr/>
          <p:nvPr/>
        </p:nvSpPr>
        <p:spPr bwMode="auto">
          <a:xfrm>
            <a:off x="1882928" y="2463878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2" name="직사각형 191"/>
          <p:cNvSpPr/>
          <p:nvPr/>
        </p:nvSpPr>
        <p:spPr bwMode="auto">
          <a:xfrm>
            <a:off x="1909618" y="4198131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3" name="직사각형 192"/>
          <p:cNvSpPr/>
          <p:nvPr/>
        </p:nvSpPr>
        <p:spPr bwMode="auto">
          <a:xfrm>
            <a:off x="1881107" y="5416559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4" name="직사각형 193"/>
          <p:cNvSpPr/>
          <p:nvPr/>
        </p:nvSpPr>
        <p:spPr bwMode="auto">
          <a:xfrm>
            <a:off x="1900228" y="7230425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9" name="이등변 삼각형 198"/>
          <p:cNvSpPr/>
          <p:nvPr/>
        </p:nvSpPr>
        <p:spPr bwMode="auto">
          <a:xfrm>
            <a:off x="4272535" y="6302425"/>
            <a:ext cx="404813" cy="327025"/>
          </a:xfrm>
          <a:prstGeom prst="triangle">
            <a:avLst/>
          </a:prstGeom>
          <a:solidFill>
            <a:schemeClr val="accent1">
              <a:alpha val="0"/>
            </a:scheme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u="sng"/>
          </a:p>
        </p:txBody>
      </p:sp>
      <p:sp>
        <p:nvSpPr>
          <p:cNvPr id="200" name="이등변 삼각형 199"/>
          <p:cNvSpPr/>
          <p:nvPr/>
        </p:nvSpPr>
        <p:spPr bwMode="auto">
          <a:xfrm>
            <a:off x="2097809" y="6297701"/>
            <a:ext cx="404813" cy="327025"/>
          </a:xfrm>
          <a:prstGeom prst="triangle">
            <a:avLst/>
          </a:prstGeom>
          <a:solidFill>
            <a:schemeClr val="accent1">
              <a:alpha val="0"/>
            </a:scheme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u="sng"/>
          </a:p>
        </p:txBody>
      </p:sp>
      <p:sp>
        <p:nvSpPr>
          <p:cNvPr id="201" name="이등변 삼각형 200"/>
          <p:cNvSpPr/>
          <p:nvPr/>
        </p:nvSpPr>
        <p:spPr bwMode="auto">
          <a:xfrm>
            <a:off x="4272535" y="3336917"/>
            <a:ext cx="404813" cy="327025"/>
          </a:xfrm>
          <a:prstGeom prst="triangle">
            <a:avLst/>
          </a:prstGeom>
          <a:solidFill>
            <a:schemeClr val="accent1">
              <a:alpha val="0"/>
            </a:scheme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u="sng"/>
          </a:p>
        </p:txBody>
      </p:sp>
      <p:sp>
        <p:nvSpPr>
          <p:cNvPr id="202" name="이등변 삼각형 201"/>
          <p:cNvSpPr/>
          <p:nvPr/>
        </p:nvSpPr>
        <p:spPr bwMode="auto">
          <a:xfrm>
            <a:off x="2095493" y="3286823"/>
            <a:ext cx="404813" cy="327025"/>
          </a:xfrm>
          <a:prstGeom prst="triangle">
            <a:avLst/>
          </a:prstGeom>
          <a:solidFill>
            <a:schemeClr val="accent1">
              <a:alpha val="0"/>
            </a:scheme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u="sng"/>
          </a:p>
        </p:txBody>
      </p:sp>
      <p:sp>
        <p:nvSpPr>
          <p:cNvPr id="203" name="정오각형 202"/>
          <p:cNvSpPr/>
          <p:nvPr/>
        </p:nvSpPr>
        <p:spPr bwMode="auto">
          <a:xfrm>
            <a:off x="4021322" y="4820447"/>
            <a:ext cx="377064" cy="360362"/>
          </a:xfrm>
          <a:prstGeom prst="pentagon">
            <a:avLst/>
          </a:prstGeom>
          <a:solidFill>
            <a:schemeClr val="accent1">
              <a:alpha val="0"/>
            </a:schemeClr>
          </a:solidFill>
          <a:ln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4" name="정오각형 203"/>
          <p:cNvSpPr/>
          <p:nvPr/>
        </p:nvSpPr>
        <p:spPr bwMode="auto">
          <a:xfrm>
            <a:off x="2408994" y="4797486"/>
            <a:ext cx="377064" cy="360362"/>
          </a:xfrm>
          <a:prstGeom prst="pentagon">
            <a:avLst/>
          </a:prstGeom>
          <a:solidFill>
            <a:schemeClr val="accent1">
              <a:alpha val="0"/>
            </a:schemeClr>
          </a:solidFill>
          <a:ln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5" name="정오각형 204"/>
          <p:cNvSpPr/>
          <p:nvPr/>
        </p:nvSpPr>
        <p:spPr bwMode="auto">
          <a:xfrm>
            <a:off x="3200009" y="4825451"/>
            <a:ext cx="377064" cy="360362"/>
          </a:xfrm>
          <a:prstGeom prst="pentagon">
            <a:avLst/>
          </a:prstGeom>
          <a:solidFill>
            <a:schemeClr val="accent1">
              <a:alpha val="0"/>
            </a:schemeClr>
          </a:solidFill>
          <a:ln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892163" y="2448638"/>
            <a:ext cx="408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10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860041" y="4183951"/>
            <a:ext cx="4134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11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831886" y="5394970"/>
            <a:ext cx="4134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12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76416" y="7214417"/>
            <a:ext cx="403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13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4547815" y="2510709"/>
            <a:ext cx="338895" cy="360362"/>
            <a:chOff x="4547815" y="4302161"/>
            <a:chExt cx="338895" cy="360362"/>
          </a:xfrm>
        </p:grpSpPr>
        <p:sp>
          <p:nvSpPr>
            <p:cNvPr id="197" name="십자형 196"/>
            <p:cNvSpPr/>
            <p:nvPr/>
          </p:nvSpPr>
          <p:spPr bwMode="auto">
            <a:xfrm>
              <a:off x="4550195" y="4302161"/>
              <a:ext cx="336515" cy="360362"/>
            </a:xfrm>
            <a:prstGeom prst="plus">
              <a:avLst>
                <a:gd name="adj" fmla="val 23204"/>
              </a:avLst>
            </a:prstGeom>
            <a:solidFill>
              <a:schemeClr val="accent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547815" y="4343842"/>
              <a:ext cx="3190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5</a:t>
              </a:r>
              <a:endParaRPr lang="ko-KR" altLang="en-US" dirty="0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4561730" y="4360873"/>
            <a:ext cx="336515" cy="360362"/>
            <a:chOff x="4561730" y="5501702"/>
            <a:chExt cx="336515" cy="360362"/>
          </a:xfrm>
        </p:grpSpPr>
        <p:sp>
          <p:nvSpPr>
            <p:cNvPr id="196" name="십자형 195"/>
            <p:cNvSpPr/>
            <p:nvPr/>
          </p:nvSpPr>
          <p:spPr bwMode="auto">
            <a:xfrm>
              <a:off x="4561730" y="5501702"/>
              <a:ext cx="336515" cy="360362"/>
            </a:xfrm>
            <a:prstGeom prst="plus">
              <a:avLst>
                <a:gd name="adj" fmla="val 23204"/>
              </a:avLst>
            </a:prstGeom>
            <a:solidFill>
              <a:schemeClr val="accent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567422" y="5563821"/>
              <a:ext cx="2881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6</a:t>
              </a:r>
              <a:endParaRPr lang="ko-KR" altLang="en-US" dirty="0"/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4561730" y="5509784"/>
            <a:ext cx="425909" cy="360362"/>
            <a:chOff x="4547815" y="7277256"/>
            <a:chExt cx="425909" cy="360362"/>
          </a:xfrm>
        </p:grpSpPr>
        <p:sp>
          <p:nvSpPr>
            <p:cNvPr id="198" name="십자형 197"/>
            <p:cNvSpPr/>
            <p:nvPr/>
          </p:nvSpPr>
          <p:spPr bwMode="auto">
            <a:xfrm>
              <a:off x="4547815" y="7277256"/>
              <a:ext cx="336515" cy="360362"/>
            </a:xfrm>
            <a:prstGeom prst="plus">
              <a:avLst>
                <a:gd name="adj" fmla="val 23204"/>
              </a:avLst>
            </a:prstGeom>
            <a:solidFill>
              <a:schemeClr val="accent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593826" y="7343931"/>
              <a:ext cx="3798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7</a:t>
              </a:r>
              <a:endParaRPr lang="ko-KR" altLang="en-US" dirty="0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161729" y="3361931"/>
            <a:ext cx="2567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2154181" y="6347727"/>
            <a:ext cx="204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345583" y="3420239"/>
            <a:ext cx="264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7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369811" y="6389777"/>
            <a:ext cx="25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8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469132" y="4867132"/>
            <a:ext cx="2567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077387" y="4903810"/>
            <a:ext cx="264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265894" y="4880849"/>
            <a:ext cx="245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5</a:t>
            </a:r>
            <a:endParaRPr lang="ko-KR" altLang="en-US" dirty="0"/>
          </a:p>
        </p:txBody>
      </p:sp>
      <p:grpSp>
        <p:nvGrpSpPr>
          <p:cNvPr id="206" name="그룹 205"/>
          <p:cNvGrpSpPr/>
          <p:nvPr/>
        </p:nvGrpSpPr>
        <p:grpSpPr>
          <a:xfrm>
            <a:off x="4592888" y="7354910"/>
            <a:ext cx="425909" cy="360362"/>
            <a:chOff x="4547815" y="7277256"/>
            <a:chExt cx="425909" cy="360362"/>
          </a:xfrm>
        </p:grpSpPr>
        <p:sp>
          <p:nvSpPr>
            <p:cNvPr id="207" name="십자형 206"/>
            <p:cNvSpPr/>
            <p:nvPr/>
          </p:nvSpPr>
          <p:spPr bwMode="auto">
            <a:xfrm>
              <a:off x="4547815" y="7277256"/>
              <a:ext cx="336515" cy="360362"/>
            </a:xfrm>
            <a:prstGeom prst="plus">
              <a:avLst>
                <a:gd name="adj" fmla="val 23204"/>
              </a:avLst>
            </a:prstGeom>
            <a:solidFill>
              <a:schemeClr val="accent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4593826" y="7343931"/>
              <a:ext cx="3798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8</a:t>
              </a:r>
              <a:endParaRPr lang="ko-KR" alt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"/>
          <p:cNvSpPr txBox="1">
            <a:spLocks/>
          </p:cNvSpPr>
          <p:nvPr/>
        </p:nvSpPr>
        <p:spPr>
          <a:xfrm>
            <a:off x="333375" y="34925"/>
            <a:ext cx="6172200" cy="1036613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kumimoji="0" lang="ko-KR" altLang="en-US" sz="2800" b="1" dirty="0" smtClean="0">
                <a:cs typeface="+mj-cs"/>
              </a:rPr>
              <a:t>제</a:t>
            </a:r>
            <a:r>
              <a:rPr kumimoji="0" lang="en-US" altLang="ko-KR" sz="2800" b="1" dirty="0" smtClean="0">
                <a:cs typeface="+mj-cs"/>
              </a:rPr>
              <a:t>21</a:t>
            </a:r>
            <a:r>
              <a:rPr kumimoji="0" lang="ko-KR" altLang="en-US" sz="2800" b="1" dirty="0" smtClean="0">
                <a:cs typeface="+mj-cs"/>
              </a:rPr>
              <a:t>회 </a:t>
            </a:r>
            <a:r>
              <a:rPr kumimoji="0" lang="ko-KR" altLang="en-US" sz="2800" b="1" dirty="0">
                <a:cs typeface="+mj-cs"/>
              </a:rPr>
              <a:t>삼육대학교 </a:t>
            </a:r>
            <a:r>
              <a:rPr kumimoji="0" lang="ko-KR" altLang="en-US" sz="2800" b="1" dirty="0" err="1">
                <a:cs typeface="+mj-cs"/>
              </a:rPr>
              <a:t>총장배</a:t>
            </a:r>
            <a:r>
              <a:rPr kumimoji="0" lang="ko-KR" altLang="en-US" sz="2800" b="1" dirty="0">
                <a:cs typeface="+mj-cs"/>
              </a:rPr>
              <a:t> 겸</a:t>
            </a:r>
            <a:r>
              <a:rPr kumimoji="0" lang="ko-KR" altLang="en-US" sz="1800" b="1" dirty="0">
                <a:cs typeface="+mj-cs"/>
              </a:rPr>
              <a:t> </a:t>
            </a:r>
            <a:br>
              <a:rPr kumimoji="0" lang="ko-KR" altLang="en-US" sz="1800" b="1" dirty="0">
                <a:cs typeface="+mj-cs"/>
              </a:rPr>
            </a:br>
            <a:r>
              <a:rPr kumimoji="0" lang="ko-KR" altLang="en-US" sz="1800" b="1" dirty="0" smtClean="0">
                <a:cs typeface="+mj-cs"/>
              </a:rPr>
              <a:t>제</a:t>
            </a:r>
            <a:r>
              <a:rPr kumimoji="0" lang="en-US" altLang="ko-KR" sz="1800" b="1" dirty="0" smtClean="0">
                <a:cs typeface="+mj-cs"/>
              </a:rPr>
              <a:t>30</a:t>
            </a:r>
            <a:r>
              <a:rPr kumimoji="0" lang="ko-KR" altLang="en-US" sz="1800" b="1" dirty="0" smtClean="0">
                <a:cs typeface="+mj-cs"/>
              </a:rPr>
              <a:t>회 </a:t>
            </a:r>
            <a:r>
              <a:rPr kumimoji="0" lang="ko-KR" altLang="en-US" sz="1800" b="1" dirty="0">
                <a:cs typeface="+mj-cs"/>
              </a:rPr>
              <a:t>서울특별시동아리농구연맹 </a:t>
            </a:r>
            <a:r>
              <a:rPr kumimoji="0" lang="ko-KR" altLang="en-US" sz="1800" b="1" dirty="0" err="1">
                <a:cs typeface="+mj-cs"/>
              </a:rPr>
              <a:t>회장배</a:t>
            </a:r>
            <a:r>
              <a:rPr kumimoji="0" lang="ko-KR" altLang="en-US" sz="1800" b="1" dirty="0">
                <a:cs typeface="+mj-cs"/>
              </a:rPr>
              <a:t> 전국 중</a:t>
            </a:r>
            <a:r>
              <a:rPr kumimoji="0" lang="en-US" altLang="ko-KR" sz="1800" b="1" dirty="0">
                <a:cs typeface="+mj-cs"/>
              </a:rPr>
              <a:t>·</a:t>
            </a:r>
            <a:r>
              <a:rPr kumimoji="0" lang="ko-KR" altLang="en-US" sz="1800" b="1" dirty="0">
                <a:cs typeface="+mj-cs"/>
              </a:rPr>
              <a:t>고 대회</a:t>
            </a:r>
            <a:br>
              <a:rPr kumimoji="0" lang="ko-KR" altLang="en-US" sz="1800" b="1" dirty="0">
                <a:cs typeface="+mj-cs"/>
              </a:rPr>
            </a:br>
            <a:r>
              <a:rPr kumimoji="0" lang="en-US" altLang="ko-KR" sz="1800" b="1" dirty="0">
                <a:cs typeface="+mj-cs"/>
              </a:rPr>
              <a:t>-</a:t>
            </a:r>
            <a:r>
              <a:rPr kumimoji="0" lang="ko-KR" altLang="en-US" sz="1800" b="1" dirty="0">
                <a:cs typeface="+mj-cs"/>
              </a:rPr>
              <a:t>고등부</a:t>
            </a:r>
            <a:r>
              <a:rPr kumimoji="0" lang="en-US" altLang="ko-KR" sz="1800" b="1" dirty="0">
                <a:cs typeface="+mj-cs"/>
              </a:rPr>
              <a:t>-</a:t>
            </a:r>
            <a:r>
              <a:rPr kumimoji="0" lang="en-US" altLang="ko-KR" sz="1800" dirty="0">
                <a:cs typeface="+mj-cs"/>
              </a:rPr>
              <a:t/>
            </a:r>
            <a:br>
              <a:rPr kumimoji="0" lang="en-US" altLang="ko-KR" sz="1800" dirty="0">
                <a:cs typeface="+mj-cs"/>
              </a:rPr>
            </a:br>
            <a:endParaRPr kumimoji="0" lang="ko-KR" altLang="en-US" sz="1800" dirty="0">
              <a:cs typeface="+mj-cs"/>
            </a:endParaRPr>
          </a:p>
        </p:txBody>
      </p:sp>
      <p:sp>
        <p:nvSpPr>
          <p:cNvPr id="522" name="타원 521"/>
          <p:cNvSpPr/>
          <p:nvPr/>
        </p:nvSpPr>
        <p:spPr bwMode="auto">
          <a:xfrm>
            <a:off x="1000108" y="1270723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523" name="순서도: 천공 테이프 522"/>
          <p:cNvSpPr/>
          <p:nvPr/>
        </p:nvSpPr>
        <p:spPr>
          <a:xfrm>
            <a:off x="2032125" y="1330233"/>
            <a:ext cx="357190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4" name="직사각형 523"/>
          <p:cNvSpPr/>
          <p:nvPr/>
        </p:nvSpPr>
        <p:spPr bwMode="auto">
          <a:xfrm>
            <a:off x="2934484" y="1369196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25" name="이등변 삼각형 524"/>
          <p:cNvSpPr/>
          <p:nvPr/>
        </p:nvSpPr>
        <p:spPr bwMode="auto">
          <a:xfrm>
            <a:off x="4522947" y="1319190"/>
            <a:ext cx="404813" cy="327025"/>
          </a:xfrm>
          <a:prstGeom prst="triangle">
            <a:avLst/>
          </a:prstGeom>
          <a:solidFill>
            <a:schemeClr val="accent1">
              <a:alpha val="0"/>
            </a:scheme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u="sng"/>
          </a:p>
        </p:txBody>
      </p:sp>
      <p:sp>
        <p:nvSpPr>
          <p:cNvPr id="527" name="정오각형 526"/>
          <p:cNvSpPr/>
          <p:nvPr/>
        </p:nvSpPr>
        <p:spPr bwMode="auto">
          <a:xfrm>
            <a:off x="5397334" y="1319190"/>
            <a:ext cx="360363" cy="360362"/>
          </a:xfrm>
          <a:prstGeom prst="pentagon">
            <a:avLst/>
          </a:prstGeom>
          <a:solidFill>
            <a:schemeClr val="accent1">
              <a:alpha val="0"/>
            </a:schemeClr>
          </a:solidFill>
          <a:ln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2" name="그룹 1"/>
          <p:cNvGrpSpPr/>
          <p:nvPr/>
        </p:nvGrpSpPr>
        <p:grpSpPr>
          <a:xfrm>
            <a:off x="468166" y="2234510"/>
            <a:ext cx="1320800" cy="6511175"/>
            <a:chOff x="471590" y="2223873"/>
            <a:chExt cx="1320800" cy="6511175"/>
          </a:xfrm>
        </p:grpSpPr>
        <p:sp>
          <p:nvSpPr>
            <p:cNvPr id="26" name="직사각형 20"/>
            <p:cNvSpPr/>
            <p:nvPr/>
          </p:nvSpPr>
          <p:spPr bwMode="auto">
            <a:xfrm>
              <a:off x="471590" y="2223873"/>
              <a:ext cx="1320800" cy="24597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smtClean="0">
                  <a:solidFill>
                    <a:schemeClr val="tx1"/>
                  </a:solidFill>
                </a:rPr>
                <a:t>용</a:t>
              </a:r>
              <a:r>
                <a:rPr kumimoji="0" lang="ko-KR" altLang="en-US" sz="1400" dirty="0">
                  <a:solidFill>
                    <a:schemeClr val="tx1"/>
                  </a:solidFill>
                </a:rPr>
                <a:t>산</a:t>
              </a:r>
              <a:r>
                <a:rPr kumimoji="0" lang="ko-KR" altLang="en-US" sz="1400" dirty="0" smtClean="0">
                  <a:solidFill>
                    <a:schemeClr val="tx1"/>
                  </a:solidFill>
                </a:rPr>
                <a:t>고교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0"/>
            <p:cNvSpPr/>
            <p:nvPr/>
          </p:nvSpPr>
          <p:spPr bwMode="auto">
            <a:xfrm>
              <a:off x="471590" y="2535207"/>
              <a:ext cx="1320800" cy="24597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err="1" smtClean="0">
                  <a:solidFill>
                    <a:schemeClr val="tx1"/>
                  </a:solidFill>
                </a:rPr>
                <a:t>한국삼육고</a:t>
              </a:r>
              <a:r>
                <a:rPr kumimoji="0" lang="en-US" altLang="ko-KR" sz="1400" dirty="0" smtClean="0">
                  <a:solidFill>
                    <a:schemeClr val="tx1"/>
                  </a:solidFill>
                </a:rPr>
                <a:t>B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0"/>
            <p:cNvSpPr/>
            <p:nvPr/>
          </p:nvSpPr>
          <p:spPr bwMode="auto">
            <a:xfrm>
              <a:off x="471590" y="2848260"/>
              <a:ext cx="1320800" cy="24597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err="1" smtClean="0">
                  <a:solidFill>
                    <a:schemeClr val="tx1"/>
                  </a:solidFill>
                </a:rPr>
                <a:t>동두천고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0"/>
            <p:cNvSpPr/>
            <p:nvPr/>
          </p:nvSpPr>
          <p:spPr bwMode="auto">
            <a:xfrm>
              <a:off x="471590" y="3159593"/>
              <a:ext cx="1320800" cy="24597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smtClean="0">
                  <a:solidFill>
                    <a:schemeClr val="tx1"/>
                  </a:solidFill>
                </a:rPr>
                <a:t>시온고</a:t>
              </a:r>
              <a:r>
                <a:rPr kumimoji="0" lang="ko-KR" altLang="en-US" sz="1400" dirty="0">
                  <a:solidFill>
                    <a:schemeClr val="tx1"/>
                  </a:solidFill>
                </a:rPr>
                <a:t>교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20"/>
            <p:cNvSpPr/>
            <p:nvPr/>
          </p:nvSpPr>
          <p:spPr bwMode="auto">
            <a:xfrm>
              <a:off x="471590" y="3472646"/>
              <a:ext cx="1320800" cy="24597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smtClean="0">
                  <a:solidFill>
                    <a:schemeClr val="tx1"/>
                  </a:solidFill>
                </a:rPr>
                <a:t>동성고교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0"/>
            <p:cNvSpPr/>
            <p:nvPr/>
          </p:nvSpPr>
          <p:spPr bwMode="auto">
            <a:xfrm>
              <a:off x="471590" y="3783980"/>
              <a:ext cx="1320800" cy="24597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smtClean="0">
                  <a:solidFill>
                    <a:schemeClr val="tx1"/>
                  </a:solidFill>
                </a:rPr>
                <a:t>양지고교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20"/>
            <p:cNvSpPr/>
            <p:nvPr/>
          </p:nvSpPr>
          <p:spPr bwMode="auto">
            <a:xfrm>
              <a:off x="471590" y="4097033"/>
              <a:ext cx="1320800" cy="24597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smtClean="0">
                  <a:solidFill>
                    <a:schemeClr val="tx1"/>
                  </a:solidFill>
                </a:rPr>
                <a:t>성동고교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33" name="직사각형 20"/>
            <p:cNvSpPr/>
            <p:nvPr/>
          </p:nvSpPr>
          <p:spPr bwMode="auto">
            <a:xfrm>
              <a:off x="471590" y="4408366"/>
              <a:ext cx="1320800" cy="24597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smtClean="0">
                  <a:solidFill>
                    <a:schemeClr val="tx1"/>
                  </a:solidFill>
                </a:rPr>
                <a:t>노원고교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34" name="직사각형 20"/>
            <p:cNvSpPr/>
            <p:nvPr/>
          </p:nvSpPr>
          <p:spPr bwMode="auto">
            <a:xfrm>
              <a:off x="471590" y="4719700"/>
              <a:ext cx="1320800" cy="24597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smtClean="0">
                  <a:solidFill>
                    <a:schemeClr val="tx1"/>
                  </a:solidFill>
                </a:rPr>
                <a:t>성</a:t>
              </a:r>
              <a:r>
                <a:rPr kumimoji="0" lang="ko-KR" altLang="en-US" sz="1400" dirty="0">
                  <a:solidFill>
                    <a:schemeClr val="tx1"/>
                  </a:solidFill>
                </a:rPr>
                <a:t>안</a:t>
              </a:r>
              <a:r>
                <a:rPr kumimoji="0" lang="ko-KR" altLang="en-US" sz="1400" dirty="0" smtClean="0">
                  <a:solidFill>
                    <a:schemeClr val="tx1"/>
                  </a:solidFill>
                </a:rPr>
                <a:t>고교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35" name="직사각형 20"/>
            <p:cNvSpPr/>
            <p:nvPr/>
          </p:nvSpPr>
          <p:spPr bwMode="auto">
            <a:xfrm>
              <a:off x="471590" y="5032753"/>
              <a:ext cx="1320800" cy="24597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err="1" smtClean="0">
                  <a:solidFill>
                    <a:schemeClr val="tx1"/>
                  </a:solidFill>
                </a:rPr>
                <a:t>태릉고</a:t>
              </a:r>
              <a:r>
                <a:rPr kumimoji="0" lang="en-US" altLang="ko-KR" sz="1400" dirty="0">
                  <a:solidFill>
                    <a:schemeClr val="tx1"/>
                  </a:solidFill>
                </a:rPr>
                <a:t>A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20"/>
            <p:cNvSpPr/>
            <p:nvPr/>
          </p:nvSpPr>
          <p:spPr bwMode="auto">
            <a:xfrm>
              <a:off x="471590" y="5367145"/>
              <a:ext cx="1320800" cy="24597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err="1" smtClean="0">
                  <a:solidFill>
                    <a:schemeClr val="tx1"/>
                  </a:solidFill>
                </a:rPr>
                <a:t>신일고교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20"/>
            <p:cNvSpPr/>
            <p:nvPr/>
          </p:nvSpPr>
          <p:spPr bwMode="auto">
            <a:xfrm>
              <a:off x="471590" y="5680198"/>
              <a:ext cx="1320800" cy="24597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smtClean="0">
                  <a:solidFill>
                    <a:schemeClr val="tx1"/>
                  </a:solidFill>
                </a:rPr>
                <a:t>대진고</a:t>
              </a:r>
              <a:r>
                <a:rPr kumimoji="0" lang="en-US" altLang="ko-KR" sz="1400" dirty="0" smtClean="0">
                  <a:solidFill>
                    <a:schemeClr val="tx1"/>
                  </a:solidFill>
                </a:rPr>
                <a:t>B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20"/>
            <p:cNvSpPr/>
            <p:nvPr/>
          </p:nvSpPr>
          <p:spPr bwMode="auto">
            <a:xfrm>
              <a:off x="471590" y="5991532"/>
              <a:ext cx="1320800" cy="24597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err="1" smtClean="0">
                  <a:solidFill>
                    <a:schemeClr val="tx1"/>
                  </a:solidFill>
                </a:rPr>
                <a:t>서울금융고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20"/>
            <p:cNvSpPr/>
            <p:nvPr/>
          </p:nvSpPr>
          <p:spPr bwMode="auto">
            <a:xfrm>
              <a:off x="471590" y="6304585"/>
              <a:ext cx="1320800" cy="24597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err="1" smtClean="0">
                  <a:solidFill>
                    <a:schemeClr val="tx1"/>
                  </a:solidFill>
                </a:rPr>
                <a:t>범박고교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20"/>
            <p:cNvSpPr/>
            <p:nvPr/>
          </p:nvSpPr>
          <p:spPr bwMode="auto">
            <a:xfrm>
              <a:off x="471590" y="6615918"/>
              <a:ext cx="1320800" cy="24597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smtClean="0">
                  <a:solidFill>
                    <a:schemeClr val="tx1"/>
                  </a:solidFill>
                </a:rPr>
                <a:t>중화고교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20"/>
            <p:cNvSpPr/>
            <p:nvPr/>
          </p:nvSpPr>
          <p:spPr bwMode="auto">
            <a:xfrm>
              <a:off x="471590" y="8176025"/>
              <a:ext cx="1320800" cy="24597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smtClean="0">
                  <a:solidFill>
                    <a:schemeClr val="tx1"/>
                  </a:solidFill>
                </a:rPr>
                <a:t>오산고교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42" name="직사각형 20"/>
            <p:cNvSpPr/>
            <p:nvPr/>
          </p:nvSpPr>
          <p:spPr bwMode="auto">
            <a:xfrm>
              <a:off x="471590" y="7240305"/>
              <a:ext cx="1320800" cy="24597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err="1" smtClean="0">
                  <a:solidFill>
                    <a:schemeClr val="tx1"/>
                  </a:solidFill>
                </a:rPr>
                <a:t>불암고교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43" name="직사각형 20"/>
            <p:cNvSpPr/>
            <p:nvPr/>
          </p:nvSpPr>
          <p:spPr bwMode="auto">
            <a:xfrm>
              <a:off x="471590" y="7551638"/>
              <a:ext cx="1320800" cy="24597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smtClean="0">
                  <a:solidFill>
                    <a:schemeClr val="tx1"/>
                  </a:solidFill>
                </a:rPr>
                <a:t>상</a:t>
              </a:r>
              <a:r>
                <a:rPr kumimoji="0" lang="ko-KR" altLang="en-US" sz="1400" dirty="0">
                  <a:solidFill>
                    <a:schemeClr val="tx1"/>
                  </a:solidFill>
                </a:rPr>
                <a:t>문</a:t>
              </a:r>
              <a:r>
                <a:rPr kumimoji="0" lang="ko-KR" altLang="en-US" sz="1400" dirty="0" smtClean="0">
                  <a:solidFill>
                    <a:schemeClr val="tx1"/>
                  </a:solidFill>
                </a:rPr>
                <a:t>고교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 bwMode="auto">
            <a:xfrm>
              <a:off x="471590" y="7864691"/>
              <a:ext cx="1320800" cy="24597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err="1" smtClean="0">
                  <a:solidFill>
                    <a:schemeClr val="tx1"/>
                  </a:solidFill>
                </a:rPr>
                <a:t>신현고교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 bwMode="auto">
            <a:xfrm>
              <a:off x="471590" y="6927252"/>
              <a:ext cx="1320800" cy="24597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smtClean="0">
                  <a:solidFill>
                    <a:schemeClr val="tx1"/>
                  </a:solidFill>
                </a:rPr>
                <a:t>부용고교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  <p:sp>
          <p:nvSpPr>
            <p:cNvPr id="46" name="직사각형 20"/>
            <p:cNvSpPr/>
            <p:nvPr/>
          </p:nvSpPr>
          <p:spPr bwMode="auto">
            <a:xfrm>
              <a:off x="471590" y="8489078"/>
              <a:ext cx="1320800" cy="24597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0" lang="ko-KR" altLang="en-US" sz="1400" dirty="0" smtClean="0">
                  <a:solidFill>
                    <a:schemeClr val="tx1"/>
                  </a:solidFill>
                </a:rPr>
                <a:t>여의도고</a:t>
              </a:r>
              <a:r>
                <a:rPr kumimoji="0" lang="en-US" altLang="ko-KR" sz="1400" dirty="0" smtClean="0">
                  <a:solidFill>
                    <a:schemeClr val="tx1"/>
                  </a:solidFill>
                </a:rPr>
                <a:t>A</a:t>
              </a:r>
              <a:endParaRPr kumimoji="0" lang="en-US" altLang="ko-KR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1" name="그룹 70"/>
          <p:cNvGrpSpPr/>
          <p:nvPr/>
        </p:nvGrpSpPr>
        <p:grpSpPr>
          <a:xfrm>
            <a:off x="1791338" y="2329045"/>
            <a:ext cx="288925" cy="652837"/>
            <a:chOff x="2071678" y="2279163"/>
            <a:chExt cx="576263" cy="1156174"/>
          </a:xfrm>
        </p:grpSpPr>
        <p:grpSp>
          <p:nvGrpSpPr>
            <p:cNvPr id="72" name="그룹 38"/>
            <p:cNvGrpSpPr>
              <a:grpSpLocks/>
            </p:cNvGrpSpPr>
            <p:nvPr/>
          </p:nvGrpSpPr>
          <p:grpSpPr bwMode="auto">
            <a:xfrm>
              <a:off x="2071678" y="2714612"/>
              <a:ext cx="288925" cy="720725"/>
              <a:chOff x="2276872" y="2627784"/>
              <a:chExt cx="360363" cy="720725"/>
            </a:xfrm>
          </p:grpSpPr>
          <p:sp>
            <p:nvSpPr>
              <p:cNvPr id="79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0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1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75" name="그룹 71"/>
            <p:cNvGrpSpPr>
              <a:grpSpLocks/>
            </p:cNvGrpSpPr>
            <p:nvPr/>
          </p:nvGrpSpPr>
          <p:grpSpPr bwMode="auto">
            <a:xfrm>
              <a:off x="2071678" y="2279163"/>
              <a:ext cx="576263" cy="720080"/>
              <a:chOff x="2132856" y="2555776"/>
              <a:chExt cx="576064" cy="720080"/>
            </a:xfrm>
          </p:grpSpPr>
          <p:sp>
            <p:nvSpPr>
              <p:cNvPr id="76" name="Line 268"/>
              <p:cNvSpPr>
                <a:spLocks noChangeShapeType="1"/>
              </p:cNvSpPr>
              <p:nvPr/>
            </p:nvSpPr>
            <p:spPr bwMode="auto">
              <a:xfrm>
                <a:off x="2132856" y="2555776"/>
                <a:ext cx="5760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7" name="Line 269"/>
              <p:cNvSpPr>
                <a:spLocks noChangeShapeType="1"/>
              </p:cNvSpPr>
              <p:nvPr/>
            </p:nvSpPr>
            <p:spPr bwMode="auto">
              <a:xfrm>
                <a:off x="2708920" y="2555776"/>
                <a:ext cx="0" cy="7200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8" name="Line 270"/>
              <p:cNvSpPr>
                <a:spLocks noChangeShapeType="1"/>
              </p:cNvSpPr>
              <p:nvPr/>
            </p:nvSpPr>
            <p:spPr bwMode="auto">
              <a:xfrm flipH="1">
                <a:off x="2420888" y="3275856"/>
                <a:ext cx="2880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82" name="그룹 81"/>
          <p:cNvGrpSpPr/>
          <p:nvPr/>
        </p:nvGrpSpPr>
        <p:grpSpPr>
          <a:xfrm>
            <a:off x="1780916" y="4494956"/>
            <a:ext cx="285752" cy="626978"/>
            <a:chOff x="1714488" y="4221631"/>
            <a:chExt cx="576263" cy="1070449"/>
          </a:xfrm>
        </p:grpSpPr>
        <p:grpSp>
          <p:nvGrpSpPr>
            <p:cNvPr id="83" name="그룹 38"/>
            <p:cNvGrpSpPr>
              <a:grpSpLocks/>
            </p:cNvGrpSpPr>
            <p:nvPr/>
          </p:nvGrpSpPr>
          <p:grpSpPr bwMode="auto">
            <a:xfrm>
              <a:off x="1714488" y="4221631"/>
              <a:ext cx="288925" cy="720725"/>
              <a:chOff x="2276872" y="2627784"/>
              <a:chExt cx="360363" cy="720725"/>
            </a:xfrm>
          </p:grpSpPr>
          <p:sp>
            <p:nvSpPr>
              <p:cNvPr id="87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8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9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84" name="Line 268"/>
            <p:cNvSpPr>
              <a:spLocks noChangeShapeType="1"/>
            </p:cNvSpPr>
            <p:nvPr/>
          </p:nvSpPr>
          <p:spPr bwMode="auto">
            <a:xfrm>
              <a:off x="1714488" y="5286380"/>
              <a:ext cx="5762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5" name="Line 269"/>
            <p:cNvSpPr>
              <a:spLocks noChangeShapeType="1"/>
            </p:cNvSpPr>
            <p:nvPr/>
          </p:nvSpPr>
          <p:spPr bwMode="auto">
            <a:xfrm>
              <a:off x="2285992" y="4572000"/>
              <a:ext cx="0" cy="7200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6" name="Line 270"/>
            <p:cNvSpPr>
              <a:spLocks noChangeShapeType="1"/>
            </p:cNvSpPr>
            <p:nvPr/>
          </p:nvSpPr>
          <p:spPr bwMode="auto">
            <a:xfrm flipH="1">
              <a:off x="2000240" y="4572000"/>
              <a:ext cx="2881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0" name="그룹 38"/>
          <p:cNvGrpSpPr>
            <a:grpSpLocks/>
          </p:cNvGrpSpPr>
          <p:nvPr/>
        </p:nvGrpSpPr>
        <p:grpSpPr bwMode="auto">
          <a:xfrm>
            <a:off x="1780915" y="3273256"/>
            <a:ext cx="288925" cy="330609"/>
            <a:chOff x="2276872" y="2627784"/>
            <a:chExt cx="360363" cy="720725"/>
          </a:xfrm>
        </p:grpSpPr>
        <p:sp>
          <p:nvSpPr>
            <p:cNvPr id="91" name="Line 268"/>
            <p:cNvSpPr>
              <a:spLocks noChangeShapeType="1"/>
            </p:cNvSpPr>
            <p:nvPr/>
          </p:nvSpPr>
          <p:spPr bwMode="auto">
            <a:xfrm>
              <a:off x="2276872" y="2627784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2" name="Line 269"/>
            <p:cNvSpPr>
              <a:spLocks noChangeShapeType="1"/>
            </p:cNvSpPr>
            <p:nvPr/>
          </p:nvSpPr>
          <p:spPr bwMode="auto">
            <a:xfrm>
              <a:off x="2637235" y="2627784"/>
              <a:ext cx="0" cy="720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3" name="Line 270"/>
            <p:cNvSpPr>
              <a:spLocks noChangeShapeType="1"/>
            </p:cNvSpPr>
            <p:nvPr/>
          </p:nvSpPr>
          <p:spPr bwMode="auto">
            <a:xfrm flipH="1">
              <a:off x="2276872" y="3348509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1" name="그룹 38"/>
          <p:cNvGrpSpPr>
            <a:grpSpLocks/>
          </p:cNvGrpSpPr>
          <p:nvPr/>
        </p:nvGrpSpPr>
        <p:grpSpPr bwMode="auto">
          <a:xfrm>
            <a:off x="1791735" y="3901974"/>
            <a:ext cx="288925" cy="330609"/>
            <a:chOff x="2276872" y="2627784"/>
            <a:chExt cx="360363" cy="720725"/>
          </a:xfrm>
        </p:grpSpPr>
        <p:sp>
          <p:nvSpPr>
            <p:cNvPr id="112" name="Line 268"/>
            <p:cNvSpPr>
              <a:spLocks noChangeShapeType="1"/>
            </p:cNvSpPr>
            <p:nvPr/>
          </p:nvSpPr>
          <p:spPr bwMode="auto">
            <a:xfrm>
              <a:off x="2276872" y="2627784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3" name="Line 269"/>
            <p:cNvSpPr>
              <a:spLocks noChangeShapeType="1"/>
            </p:cNvSpPr>
            <p:nvPr/>
          </p:nvSpPr>
          <p:spPr bwMode="auto">
            <a:xfrm>
              <a:off x="2637235" y="2627784"/>
              <a:ext cx="0" cy="720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4" name="Line 270"/>
            <p:cNvSpPr>
              <a:spLocks noChangeShapeType="1"/>
            </p:cNvSpPr>
            <p:nvPr/>
          </p:nvSpPr>
          <p:spPr bwMode="auto">
            <a:xfrm flipH="1">
              <a:off x="2276872" y="3348509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5" name="그룹 114"/>
          <p:cNvGrpSpPr/>
          <p:nvPr/>
        </p:nvGrpSpPr>
        <p:grpSpPr>
          <a:xfrm>
            <a:off x="1791338" y="5501892"/>
            <a:ext cx="288925" cy="652837"/>
            <a:chOff x="2071678" y="2279163"/>
            <a:chExt cx="576263" cy="1156174"/>
          </a:xfrm>
        </p:grpSpPr>
        <p:grpSp>
          <p:nvGrpSpPr>
            <p:cNvPr id="116" name="그룹 38"/>
            <p:cNvGrpSpPr>
              <a:grpSpLocks/>
            </p:cNvGrpSpPr>
            <p:nvPr/>
          </p:nvGrpSpPr>
          <p:grpSpPr bwMode="auto">
            <a:xfrm>
              <a:off x="2071678" y="2714612"/>
              <a:ext cx="288925" cy="720725"/>
              <a:chOff x="2276872" y="2627784"/>
              <a:chExt cx="360363" cy="720725"/>
            </a:xfrm>
          </p:grpSpPr>
          <p:sp>
            <p:nvSpPr>
              <p:cNvPr id="121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2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3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7" name="그룹 71"/>
            <p:cNvGrpSpPr>
              <a:grpSpLocks/>
            </p:cNvGrpSpPr>
            <p:nvPr/>
          </p:nvGrpSpPr>
          <p:grpSpPr bwMode="auto">
            <a:xfrm>
              <a:off x="2071678" y="2279163"/>
              <a:ext cx="576263" cy="720080"/>
              <a:chOff x="2132856" y="2555776"/>
              <a:chExt cx="576064" cy="720080"/>
            </a:xfrm>
          </p:grpSpPr>
          <p:sp>
            <p:nvSpPr>
              <p:cNvPr id="118" name="Line 268"/>
              <p:cNvSpPr>
                <a:spLocks noChangeShapeType="1"/>
              </p:cNvSpPr>
              <p:nvPr/>
            </p:nvSpPr>
            <p:spPr bwMode="auto">
              <a:xfrm>
                <a:off x="2132856" y="2555776"/>
                <a:ext cx="5760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9" name="Line 269"/>
              <p:cNvSpPr>
                <a:spLocks noChangeShapeType="1"/>
              </p:cNvSpPr>
              <p:nvPr/>
            </p:nvSpPr>
            <p:spPr bwMode="auto">
              <a:xfrm>
                <a:off x="2708920" y="2555776"/>
                <a:ext cx="0" cy="7200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0" name="Line 270"/>
              <p:cNvSpPr>
                <a:spLocks noChangeShapeType="1"/>
              </p:cNvSpPr>
              <p:nvPr/>
            </p:nvSpPr>
            <p:spPr bwMode="auto">
              <a:xfrm flipH="1">
                <a:off x="2420888" y="3275856"/>
                <a:ext cx="2880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124" name="그룹 38"/>
          <p:cNvGrpSpPr>
            <a:grpSpLocks/>
          </p:cNvGrpSpPr>
          <p:nvPr/>
        </p:nvGrpSpPr>
        <p:grpSpPr bwMode="auto">
          <a:xfrm>
            <a:off x="1791735" y="6423638"/>
            <a:ext cx="288925" cy="330609"/>
            <a:chOff x="2276872" y="2627784"/>
            <a:chExt cx="360363" cy="720725"/>
          </a:xfrm>
        </p:grpSpPr>
        <p:sp>
          <p:nvSpPr>
            <p:cNvPr id="125" name="Line 268"/>
            <p:cNvSpPr>
              <a:spLocks noChangeShapeType="1"/>
            </p:cNvSpPr>
            <p:nvPr/>
          </p:nvSpPr>
          <p:spPr bwMode="auto">
            <a:xfrm>
              <a:off x="2276872" y="2627784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6" name="Line 269"/>
            <p:cNvSpPr>
              <a:spLocks noChangeShapeType="1"/>
            </p:cNvSpPr>
            <p:nvPr/>
          </p:nvSpPr>
          <p:spPr bwMode="auto">
            <a:xfrm>
              <a:off x="2637235" y="2627784"/>
              <a:ext cx="0" cy="720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7" name="Line 270"/>
            <p:cNvSpPr>
              <a:spLocks noChangeShapeType="1"/>
            </p:cNvSpPr>
            <p:nvPr/>
          </p:nvSpPr>
          <p:spPr bwMode="auto">
            <a:xfrm flipH="1">
              <a:off x="2276872" y="3348509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8" name="그룹 127"/>
          <p:cNvGrpSpPr/>
          <p:nvPr/>
        </p:nvGrpSpPr>
        <p:grpSpPr>
          <a:xfrm>
            <a:off x="1791337" y="7047091"/>
            <a:ext cx="288925" cy="652837"/>
            <a:chOff x="2071678" y="2279163"/>
            <a:chExt cx="576263" cy="1156174"/>
          </a:xfrm>
        </p:grpSpPr>
        <p:grpSp>
          <p:nvGrpSpPr>
            <p:cNvPr id="129" name="그룹 38"/>
            <p:cNvGrpSpPr>
              <a:grpSpLocks/>
            </p:cNvGrpSpPr>
            <p:nvPr/>
          </p:nvGrpSpPr>
          <p:grpSpPr bwMode="auto">
            <a:xfrm>
              <a:off x="2071678" y="2714612"/>
              <a:ext cx="288925" cy="720725"/>
              <a:chOff x="2276872" y="2627784"/>
              <a:chExt cx="360363" cy="720725"/>
            </a:xfrm>
          </p:grpSpPr>
          <p:sp>
            <p:nvSpPr>
              <p:cNvPr id="134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35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36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0" name="그룹 71"/>
            <p:cNvGrpSpPr>
              <a:grpSpLocks/>
            </p:cNvGrpSpPr>
            <p:nvPr/>
          </p:nvGrpSpPr>
          <p:grpSpPr bwMode="auto">
            <a:xfrm>
              <a:off x="2071678" y="2279163"/>
              <a:ext cx="576263" cy="720080"/>
              <a:chOff x="2132856" y="2555776"/>
              <a:chExt cx="576064" cy="720080"/>
            </a:xfrm>
          </p:grpSpPr>
          <p:sp>
            <p:nvSpPr>
              <p:cNvPr id="131" name="Line 268"/>
              <p:cNvSpPr>
                <a:spLocks noChangeShapeType="1"/>
              </p:cNvSpPr>
              <p:nvPr/>
            </p:nvSpPr>
            <p:spPr bwMode="auto">
              <a:xfrm>
                <a:off x="2132856" y="2555776"/>
                <a:ext cx="5760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32" name="Line 269"/>
              <p:cNvSpPr>
                <a:spLocks noChangeShapeType="1"/>
              </p:cNvSpPr>
              <p:nvPr/>
            </p:nvSpPr>
            <p:spPr bwMode="auto">
              <a:xfrm>
                <a:off x="2708920" y="2555776"/>
                <a:ext cx="0" cy="7200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33" name="Line 270"/>
              <p:cNvSpPr>
                <a:spLocks noChangeShapeType="1"/>
              </p:cNvSpPr>
              <p:nvPr/>
            </p:nvSpPr>
            <p:spPr bwMode="auto">
              <a:xfrm flipH="1">
                <a:off x="2420888" y="3275856"/>
                <a:ext cx="2880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137" name="그룹 136"/>
          <p:cNvGrpSpPr/>
          <p:nvPr/>
        </p:nvGrpSpPr>
        <p:grpSpPr>
          <a:xfrm>
            <a:off x="1794908" y="7995722"/>
            <a:ext cx="285752" cy="626978"/>
            <a:chOff x="1714488" y="4221631"/>
            <a:chExt cx="576263" cy="1070449"/>
          </a:xfrm>
        </p:grpSpPr>
        <p:grpSp>
          <p:nvGrpSpPr>
            <p:cNvPr id="138" name="그룹 38"/>
            <p:cNvGrpSpPr>
              <a:grpSpLocks/>
            </p:cNvGrpSpPr>
            <p:nvPr/>
          </p:nvGrpSpPr>
          <p:grpSpPr bwMode="auto">
            <a:xfrm>
              <a:off x="1714488" y="4221631"/>
              <a:ext cx="288925" cy="720725"/>
              <a:chOff x="2276872" y="2627784"/>
              <a:chExt cx="360363" cy="720725"/>
            </a:xfrm>
          </p:grpSpPr>
          <p:sp>
            <p:nvSpPr>
              <p:cNvPr id="142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3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4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39" name="Line 268"/>
            <p:cNvSpPr>
              <a:spLocks noChangeShapeType="1"/>
            </p:cNvSpPr>
            <p:nvPr/>
          </p:nvSpPr>
          <p:spPr bwMode="auto">
            <a:xfrm>
              <a:off x="1714488" y="5286380"/>
              <a:ext cx="5762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0" name="Line 269"/>
            <p:cNvSpPr>
              <a:spLocks noChangeShapeType="1"/>
            </p:cNvSpPr>
            <p:nvPr/>
          </p:nvSpPr>
          <p:spPr bwMode="auto">
            <a:xfrm>
              <a:off x="2285992" y="4572000"/>
              <a:ext cx="0" cy="7200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1" name="Line 270"/>
            <p:cNvSpPr>
              <a:spLocks noChangeShapeType="1"/>
            </p:cNvSpPr>
            <p:nvPr/>
          </p:nvSpPr>
          <p:spPr bwMode="auto">
            <a:xfrm flipH="1">
              <a:off x="2000240" y="4572000"/>
              <a:ext cx="2881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03" name="그룹 38"/>
          <p:cNvGrpSpPr>
            <a:grpSpLocks/>
          </p:cNvGrpSpPr>
          <p:nvPr/>
        </p:nvGrpSpPr>
        <p:grpSpPr bwMode="auto">
          <a:xfrm>
            <a:off x="2064308" y="2521708"/>
            <a:ext cx="291493" cy="875840"/>
            <a:chOff x="2276872" y="2627784"/>
            <a:chExt cx="360363" cy="720725"/>
          </a:xfrm>
        </p:grpSpPr>
        <p:sp>
          <p:nvSpPr>
            <p:cNvPr id="204" name="Line 268"/>
            <p:cNvSpPr>
              <a:spLocks noChangeShapeType="1"/>
            </p:cNvSpPr>
            <p:nvPr/>
          </p:nvSpPr>
          <p:spPr bwMode="auto">
            <a:xfrm>
              <a:off x="2276872" y="2627784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5" name="Line 269"/>
            <p:cNvSpPr>
              <a:spLocks noChangeShapeType="1"/>
            </p:cNvSpPr>
            <p:nvPr/>
          </p:nvSpPr>
          <p:spPr bwMode="auto">
            <a:xfrm>
              <a:off x="2637235" y="2627784"/>
              <a:ext cx="0" cy="720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6" name="Line 270"/>
            <p:cNvSpPr>
              <a:spLocks noChangeShapeType="1"/>
            </p:cNvSpPr>
            <p:nvPr/>
          </p:nvSpPr>
          <p:spPr bwMode="auto">
            <a:xfrm flipH="1">
              <a:off x="2276872" y="3348509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07" name="그룹 38"/>
          <p:cNvGrpSpPr>
            <a:grpSpLocks/>
          </p:cNvGrpSpPr>
          <p:nvPr/>
        </p:nvGrpSpPr>
        <p:grpSpPr bwMode="auto">
          <a:xfrm>
            <a:off x="2070961" y="4063229"/>
            <a:ext cx="291493" cy="875840"/>
            <a:chOff x="2276872" y="2627784"/>
            <a:chExt cx="360363" cy="720725"/>
          </a:xfrm>
        </p:grpSpPr>
        <p:sp>
          <p:nvSpPr>
            <p:cNvPr id="208" name="Line 268"/>
            <p:cNvSpPr>
              <a:spLocks noChangeShapeType="1"/>
            </p:cNvSpPr>
            <p:nvPr/>
          </p:nvSpPr>
          <p:spPr bwMode="auto">
            <a:xfrm>
              <a:off x="2276872" y="2627784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9" name="Line 269"/>
            <p:cNvSpPr>
              <a:spLocks noChangeShapeType="1"/>
            </p:cNvSpPr>
            <p:nvPr/>
          </p:nvSpPr>
          <p:spPr bwMode="auto">
            <a:xfrm>
              <a:off x="2637235" y="2627784"/>
              <a:ext cx="0" cy="720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0" name="Line 270"/>
            <p:cNvSpPr>
              <a:spLocks noChangeShapeType="1"/>
            </p:cNvSpPr>
            <p:nvPr/>
          </p:nvSpPr>
          <p:spPr bwMode="auto">
            <a:xfrm flipH="1">
              <a:off x="2276872" y="3348509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11" name="그룹 38"/>
          <p:cNvGrpSpPr>
            <a:grpSpLocks/>
          </p:cNvGrpSpPr>
          <p:nvPr/>
        </p:nvGrpSpPr>
        <p:grpSpPr bwMode="auto">
          <a:xfrm>
            <a:off x="2080660" y="5682309"/>
            <a:ext cx="291493" cy="875840"/>
            <a:chOff x="2276872" y="2627784"/>
            <a:chExt cx="360363" cy="720725"/>
          </a:xfrm>
        </p:grpSpPr>
        <p:sp>
          <p:nvSpPr>
            <p:cNvPr id="212" name="Line 268"/>
            <p:cNvSpPr>
              <a:spLocks noChangeShapeType="1"/>
            </p:cNvSpPr>
            <p:nvPr/>
          </p:nvSpPr>
          <p:spPr bwMode="auto">
            <a:xfrm>
              <a:off x="2276872" y="2627784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3" name="Line 269"/>
            <p:cNvSpPr>
              <a:spLocks noChangeShapeType="1"/>
            </p:cNvSpPr>
            <p:nvPr/>
          </p:nvSpPr>
          <p:spPr bwMode="auto">
            <a:xfrm>
              <a:off x="2637235" y="2627784"/>
              <a:ext cx="0" cy="720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4" name="Line 270"/>
            <p:cNvSpPr>
              <a:spLocks noChangeShapeType="1"/>
            </p:cNvSpPr>
            <p:nvPr/>
          </p:nvSpPr>
          <p:spPr bwMode="auto">
            <a:xfrm flipH="1">
              <a:off x="2276872" y="3348509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15" name="그룹 38"/>
          <p:cNvGrpSpPr>
            <a:grpSpLocks/>
          </p:cNvGrpSpPr>
          <p:nvPr/>
        </p:nvGrpSpPr>
        <p:grpSpPr bwMode="auto">
          <a:xfrm>
            <a:off x="2083513" y="7232922"/>
            <a:ext cx="291493" cy="1149811"/>
            <a:chOff x="2276872" y="2627784"/>
            <a:chExt cx="360363" cy="720725"/>
          </a:xfrm>
        </p:grpSpPr>
        <p:sp>
          <p:nvSpPr>
            <p:cNvPr id="216" name="Line 268"/>
            <p:cNvSpPr>
              <a:spLocks noChangeShapeType="1"/>
            </p:cNvSpPr>
            <p:nvPr/>
          </p:nvSpPr>
          <p:spPr bwMode="auto">
            <a:xfrm>
              <a:off x="2276872" y="2627784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7" name="Line 269"/>
            <p:cNvSpPr>
              <a:spLocks noChangeShapeType="1"/>
            </p:cNvSpPr>
            <p:nvPr/>
          </p:nvSpPr>
          <p:spPr bwMode="auto">
            <a:xfrm>
              <a:off x="2637235" y="2627784"/>
              <a:ext cx="0" cy="720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8" name="Line 270"/>
            <p:cNvSpPr>
              <a:spLocks noChangeShapeType="1"/>
            </p:cNvSpPr>
            <p:nvPr/>
          </p:nvSpPr>
          <p:spPr bwMode="auto">
            <a:xfrm flipH="1">
              <a:off x="2276872" y="3348509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35" name="그룹 38"/>
          <p:cNvGrpSpPr>
            <a:grpSpLocks/>
          </p:cNvGrpSpPr>
          <p:nvPr/>
        </p:nvGrpSpPr>
        <p:grpSpPr bwMode="auto">
          <a:xfrm>
            <a:off x="2362454" y="2948250"/>
            <a:ext cx="291493" cy="1593737"/>
            <a:chOff x="2276872" y="2627784"/>
            <a:chExt cx="360363" cy="720725"/>
          </a:xfrm>
        </p:grpSpPr>
        <p:sp>
          <p:nvSpPr>
            <p:cNvPr id="236" name="Line 268"/>
            <p:cNvSpPr>
              <a:spLocks noChangeShapeType="1"/>
            </p:cNvSpPr>
            <p:nvPr/>
          </p:nvSpPr>
          <p:spPr bwMode="auto">
            <a:xfrm>
              <a:off x="2276872" y="2627784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7" name="Line 269"/>
            <p:cNvSpPr>
              <a:spLocks noChangeShapeType="1"/>
            </p:cNvSpPr>
            <p:nvPr/>
          </p:nvSpPr>
          <p:spPr bwMode="auto">
            <a:xfrm>
              <a:off x="2637235" y="2627784"/>
              <a:ext cx="0" cy="720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8" name="Line 270"/>
            <p:cNvSpPr>
              <a:spLocks noChangeShapeType="1"/>
            </p:cNvSpPr>
            <p:nvPr/>
          </p:nvSpPr>
          <p:spPr bwMode="auto">
            <a:xfrm flipH="1">
              <a:off x="2276872" y="3348509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39" name="그룹 38"/>
          <p:cNvGrpSpPr>
            <a:grpSpLocks/>
          </p:cNvGrpSpPr>
          <p:nvPr/>
        </p:nvGrpSpPr>
        <p:grpSpPr bwMode="auto">
          <a:xfrm>
            <a:off x="2372153" y="6171631"/>
            <a:ext cx="291493" cy="1593737"/>
            <a:chOff x="2276872" y="2627784"/>
            <a:chExt cx="360363" cy="720725"/>
          </a:xfrm>
        </p:grpSpPr>
        <p:sp>
          <p:nvSpPr>
            <p:cNvPr id="240" name="Line 268"/>
            <p:cNvSpPr>
              <a:spLocks noChangeShapeType="1"/>
            </p:cNvSpPr>
            <p:nvPr/>
          </p:nvSpPr>
          <p:spPr bwMode="auto">
            <a:xfrm>
              <a:off x="2276872" y="2627784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1" name="Line 269"/>
            <p:cNvSpPr>
              <a:spLocks noChangeShapeType="1"/>
            </p:cNvSpPr>
            <p:nvPr/>
          </p:nvSpPr>
          <p:spPr bwMode="auto">
            <a:xfrm>
              <a:off x="2637235" y="2627784"/>
              <a:ext cx="0" cy="720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2" name="Line 270"/>
            <p:cNvSpPr>
              <a:spLocks noChangeShapeType="1"/>
            </p:cNvSpPr>
            <p:nvPr/>
          </p:nvSpPr>
          <p:spPr bwMode="auto">
            <a:xfrm flipH="1">
              <a:off x="2276872" y="3348509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51" name="그룹 38"/>
          <p:cNvGrpSpPr>
            <a:grpSpLocks/>
          </p:cNvGrpSpPr>
          <p:nvPr/>
        </p:nvGrpSpPr>
        <p:grpSpPr bwMode="auto">
          <a:xfrm>
            <a:off x="2644492" y="3784044"/>
            <a:ext cx="291493" cy="3211049"/>
            <a:chOff x="2276872" y="2627784"/>
            <a:chExt cx="360363" cy="720725"/>
          </a:xfrm>
        </p:grpSpPr>
        <p:sp>
          <p:nvSpPr>
            <p:cNvPr id="252" name="Line 268"/>
            <p:cNvSpPr>
              <a:spLocks noChangeShapeType="1"/>
            </p:cNvSpPr>
            <p:nvPr/>
          </p:nvSpPr>
          <p:spPr bwMode="auto">
            <a:xfrm>
              <a:off x="2276872" y="2627784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" name="Line 269"/>
            <p:cNvSpPr>
              <a:spLocks noChangeShapeType="1"/>
            </p:cNvSpPr>
            <p:nvPr/>
          </p:nvSpPr>
          <p:spPr bwMode="auto">
            <a:xfrm>
              <a:off x="2637235" y="2627784"/>
              <a:ext cx="0" cy="720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" name="Line 270"/>
            <p:cNvSpPr>
              <a:spLocks noChangeShapeType="1"/>
            </p:cNvSpPr>
            <p:nvPr/>
          </p:nvSpPr>
          <p:spPr bwMode="auto">
            <a:xfrm flipH="1">
              <a:off x="2276872" y="3348509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59" name="그룹 258"/>
          <p:cNvGrpSpPr/>
          <p:nvPr/>
        </p:nvGrpSpPr>
        <p:grpSpPr>
          <a:xfrm>
            <a:off x="2938217" y="4579293"/>
            <a:ext cx="1109621" cy="1571636"/>
            <a:chOff x="2928934" y="3286116"/>
            <a:chExt cx="1235264" cy="3123383"/>
          </a:xfrm>
        </p:grpSpPr>
        <p:sp>
          <p:nvSpPr>
            <p:cNvPr id="260" name="Line 331"/>
            <p:cNvSpPr>
              <a:spLocks noChangeShapeType="1"/>
            </p:cNvSpPr>
            <p:nvPr/>
          </p:nvSpPr>
          <p:spPr bwMode="auto">
            <a:xfrm flipV="1">
              <a:off x="2928934" y="4857752"/>
              <a:ext cx="378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" name="직사각형 260"/>
            <p:cNvSpPr/>
            <p:nvPr/>
          </p:nvSpPr>
          <p:spPr bwMode="auto">
            <a:xfrm>
              <a:off x="3286124" y="3286116"/>
              <a:ext cx="490587" cy="312338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262" name="Line 331"/>
            <p:cNvSpPr>
              <a:spLocks noChangeShapeType="1"/>
            </p:cNvSpPr>
            <p:nvPr/>
          </p:nvSpPr>
          <p:spPr bwMode="auto">
            <a:xfrm flipV="1">
              <a:off x="3786190" y="4857752"/>
              <a:ext cx="378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764704" y="1717652"/>
            <a:ext cx="5544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  21</a:t>
            </a:r>
            <a:r>
              <a:rPr lang="ko-KR" altLang="en-US" dirty="0" smtClean="0"/>
              <a:t>일               </a:t>
            </a:r>
            <a:r>
              <a:rPr lang="en-US" altLang="ko-KR" dirty="0" smtClean="0"/>
              <a:t>22</a:t>
            </a:r>
            <a:r>
              <a:rPr lang="ko-KR" altLang="en-US" dirty="0" smtClean="0"/>
              <a:t>일          </a:t>
            </a:r>
            <a:r>
              <a:rPr lang="en-US" altLang="ko-KR" dirty="0" smtClean="0"/>
              <a:t>23</a:t>
            </a:r>
            <a:r>
              <a:rPr lang="ko-KR" altLang="en-US" dirty="0" smtClean="0"/>
              <a:t>일         </a:t>
            </a:r>
            <a:r>
              <a:rPr lang="en-US" altLang="ko-KR" dirty="0" smtClean="0"/>
              <a:t>24</a:t>
            </a:r>
            <a:r>
              <a:rPr lang="ko-KR" altLang="en-US" dirty="0" smtClean="0"/>
              <a:t>일          </a:t>
            </a:r>
            <a:r>
              <a:rPr lang="en-US" altLang="ko-KR" dirty="0" smtClean="0"/>
              <a:t>25</a:t>
            </a:r>
            <a:r>
              <a:rPr lang="ko-KR" altLang="en-US" dirty="0" smtClean="0"/>
              <a:t>일          </a:t>
            </a:r>
            <a:r>
              <a:rPr lang="en-US" altLang="ko-KR" dirty="0" smtClean="0"/>
              <a:t>26</a:t>
            </a:r>
            <a:r>
              <a:rPr lang="ko-KR" altLang="en-US" dirty="0" smtClean="0"/>
              <a:t>일</a:t>
            </a:r>
            <a:endParaRPr lang="ko-KR" altLang="en-US" dirty="0"/>
          </a:p>
        </p:txBody>
      </p:sp>
      <p:sp>
        <p:nvSpPr>
          <p:cNvPr id="263" name="타원 262"/>
          <p:cNvSpPr/>
          <p:nvPr/>
        </p:nvSpPr>
        <p:spPr bwMode="auto">
          <a:xfrm>
            <a:off x="1636139" y="2479596"/>
            <a:ext cx="445585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57085" y="2519692"/>
            <a:ext cx="310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j-lt"/>
              </a:rPr>
              <a:t>3</a:t>
            </a:r>
            <a:endParaRPr lang="ko-KR" altLang="en-US" dirty="0">
              <a:latin typeface="+mj-lt"/>
            </a:endParaRPr>
          </a:p>
        </p:txBody>
      </p:sp>
      <p:sp>
        <p:nvSpPr>
          <p:cNvPr id="264" name="타원 263"/>
          <p:cNvSpPr/>
          <p:nvPr/>
        </p:nvSpPr>
        <p:spPr bwMode="auto">
          <a:xfrm>
            <a:off x="1698094" y="3208853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65" name="타원 264"/>
          <p:cNvSpPr/>
          <p:nvPr/>
        </p:nvSpPr>
        <p:spPr bwMode="auto">
          <a:xfrm>
            <a:off x="1698094" y="3871912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66" name="타원 265"/>
          <p:cNvSpPr/>
          <p:nvPr/>
        </p:nvSpPr>
        <p:spPr bwMode="auto">
          <a:xfrm>
            <a:off x="1629720" y="4393808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741744" y="4428050"/>
            <a:ext cx="3283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793764" y="3237706"/>
            <a:ext cx="227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790879" y="3896961"/>
            <a:ext cx="271141" cy="287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267" name="타원 266"/>
          <p:cNvSpPr/>
          <p:nvPr/>
        </p:nvSpPr>
        <p:spPr bwMode="auto">
          <a:xfrm>
            <a:off x="1648341" y="5739233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726179" y="5769575"/>
            <a:ext cx="28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9</a:t>
            </a:r>
            <a:endParaRPr lang="ko-KR" altLang="en-US" dirty="0"/>
          </a:p>
        </p:txBody>
      </p:sp>
      <p:sp>
        <p:nvSpPr>
          <p:cNvPr id="268" name="타원 267"/>
          <p:cNvSpPr/>
          <p:nvPr/>
        </p:nvSpPr>
        <p:spPr bwMode="auto">
          <a:xfrm>
            <a:off x="1705744" y="6392350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69" name="타원 268"/>
          <p:cNvSpPr/>
          <p:nvPr/>
        </p:nvSpPr>
        <p:spPr bwMode="auto">
          <a:xfrm>
            <a:off x="1648369" y="7275090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70" name="타원 269"/>
          <p:cNvSpPr/>
          <p:nvPr/>
        </p:nvSpPr>
        <p:spPr bwMode="auto">
          <a:xfrm>
            <a:off x="1639104" y="7973376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726179" y="6419649"/>
            <a:ext cx="4005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10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678001" y="7315186"/>
            <a:ext cx="468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11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706300" y="7954383"/>
            <a:ext cx="369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12</a:t>
            </a:r>
            <a:endParaRPr lang="ko-KR" altLang="en-US" dirty="0"/>
          </a:p>
        </p:txBody>
      </p:sp>
      <p:sp>
        <p:nvSpPr>
          <p:cNvPr id="279" name="순서도: 천공 테이프 278"/>
          <p:cNvSpPr/>
          <p:nvPr/>
        </p:nvSpPr>
        <p:spPr>
          <a:xfrm>
            <a:off x="1788966" y="2237929"/>
            <a:ext cx="357190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1788709" y="2236639"/>
            <a:ext cx="37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12</a:t>
            </a:r>
            <a:endParaRPr lang="ko-KR" altLang="en-US" dirty="0"/>
          </a:p>
        </p:txBody>
      </p:sp>
      <p:sp>
        <p:nvSpPr>
          <p:cNvPr id="284" name="십자형 283"/>
          <p:cNvSpPr/>
          <p:nvPr/>
        </p:nvSpPr>
        <p:spPr bwMode="auto">
          <a:xfrm>
            <a:off x="3763924" y="1310391"/>
            <a:ext cx="287338" cy="360362"/>
          </a:xfrm>
          <a:prstGeom prst="plus">
            <a:avLst>
              <a:gd name="adj" fmla="val 23204"/>
            </a:avLst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85" name="직사각형 284"/>
          <p:cNvSpPr/>
          <p:nvPr/>
        </p:nvSpPr>
        <p:spPr bwMode="auto">
          <a:xfrm>
            <a:off x="1858294" y="5404857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7" name="직사각형 286"/>
          <p:cNvSpPr/>
          <p:nvPr/>
        </p:nvSpPr>
        <p:spPr bwMode="auto">
          <a:xfrm>
            <a:off x="1846387" y="6974454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8" name="직사각형 287"/>
          <p:cNvSpPr/>
          <p:nvPr/>
        </p:nvSpPr>
        <p:spPr bwMode="auto">
          <a:xfrm>
            <a:off x="1874962" y="8194566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7" name="십자형 296"/>
          <p:cNvSpPr/>
          <p:nvPr/>
        </p:nvSpPr>
        <p:spPr bwMode="auto">
          <a:xfrm>
            <a:off x="2069809" y="2665336"/>
            <a:ext cx="287338" cy="360362"/>
          </a:xfrm>
          <a:prstGeom prst="plus">
            <a:avLst>
              <a:gd name="adj" fmla="val 23204"/>
            </a:avLst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98" name="십자형 297"/>
          <p:cNvSpPr/>
          <p:nvPr/>
        </p:nvSpPr>
        <p:spPr bwMode="auto">
          <a:xfrm>
            <a:off x="2076938" y="5814750"/>
            <a:ext cx="287338" cy="360362"/>
          </a:xfrm>
          <a:prstGeom prst="plus">
            <a:avLst>
              <a:gd name="adj" fmla="val 23204"/>
            </a:avLst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99" name="십자형 298"/>
          <p:cNvSpPr/>
          <p:nvPr/>
        </p:nvSpPr>
        <p:spPr bwMode="auto">
          <a:xfrm>
            <a:off x="2058986" y="7454238"/>
            <a:ext cx="287338" cy="360362"/>
          </a:xfrm>
          <a:prstGeom prst="plus">
            <a:avLst>
              <a:gd name="adj" fmla="val 23204"/>
            </a:avLst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300" name="십자형 299"/>
          <p:cNvSpPr/>
          <p:nvPr/>
        </p:nvSpPr>
        <p:spPr bwMode="auto">
          <a:xfrm>
            <a:off x="2047342" y="4170990"/>
            <a:ext cx="287338" cy="360362"/>
          </a:xfrm>
          <a:prstGeom prst="plus">
            <a:avLst>
              <a:gd name="adj" fmla="val 23204"/>
            </a:avLst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301" name="이등변 삼각형 300"/>
          <p:cNvSpPr/>
          <p:nvPr/>
        </p:nvSpPr>
        <p:spPr bwMode="auto">
          <a:xfrm>
            <a:off x="2263432" y="3433631"/>
            <a:ext cx="404813" cy="327025"/>
          </a:xfrm>
          <a:prstGeom prst="triangle">
            <a:avLst/>
          </a:prstGeom>
          <a:solidFill>
            <a:schemeClr val="accent1">
              <a:alpha val="0"/>
            </a:scheme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u="sng"/>
          </a:p>
        </p:txBody>
      </p:sp>
      <p:sp>
        <p:nvSpPr>
          <p:cNvPr id="302" name="이등변 삼각형 301"/>
          <p:cNvSpPr/>
          <p:nvPr/>
        </p:nvSpPr>
        <p:spPr bwMode="auto">
          <a:xfrm>
            <a:off x="2301180" y="6640754"/>
            <a:ext cx="404813" cy="327025"/>
          </a:xfrm>
          <a:prstGeom prst="triangle">
            <a:avLst/>
          </a:prstGeom>
          <a:solidFill>
            <a:schemeClr val="accent1">
              <a:alpha val="0"/>
            </a:scheme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u="sng"/>
          </a:p>
        </p:txBody>
      </p:sp>
      <p:sp>
        <p:nvSpPr>
          <p:cNvPr id="305" name="정오각형 304"/>
          <p:cNvSpPr/>
          <p:nvPr/>
        </p:nvSpPr>
        <p:spPr bwMode="auto">
          <a:xfrm>
            <a:off x="3302662" y="5006366"/>
            <a:ext cx="360363" cy="360362"/>
          </a:xfrm>
          <a:prstGeom prst="pentagon">
            <a:avLst/>
          </a:prstGeom>
          <a:solidFill>
            <a:schemeClr val="accent1">
              <a:alpha val="0"/>
            </a:schemeClr>
          </a:solidFill>
          <a:ln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06" name="정오각형 305"/>
          <p:cNvSpPr/>
          <p:nvPr/>
        </p:nvSpPr>
        <p:spPr bwMode="auto">
          <a:xfrm>
            <a:off x="2574121" y="5012930"/>
            <a:ext cx="360363" cy="360362"/>
          </a:xfrm>
          <a:prstGeom prst="pentagon">
            <a:avLst/>
          </a:prstGeom>
          <a:solidFill>
            <a:schemeClr val="accent1">
              <a:alpha val="0"/>
            </a:schemeClr>
          </a:solidFill>
          <a:ln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1846387" y="5378384"/>
            <a:ext cx="288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512" name="TextBox 511"/>
          <p:cNvSpPr txBox="1"/>
          <p:nvPr/>
        </p:nvSpPr>
        <p:spPr>
          <a:xfrm>
            <a:off x="1855974" y="8169572"/>
            <a:ext cx="307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528" name="TextBox 527"/>
          <p:cNvSpPr txBox="1"/>
          <p:nvPr/>
        </p:nvSpPr>
        <p:spPr>
          <a:xfrm>
            <a:off x="2056221" y="2725274"/>
            <a:ext cx="308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529" name="TextBox 528"/>
          <p:cNvSpPr txBox="1"/>
          <p:nvPr/>
        </p:nvSpPr>
        <p:spPr>
          <a:xfrm>
            <a:off x="2006787" y="4218220"/>
            <a:ext cx="371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10</a:t>
            </a:r>
            <a:endParaRPr lang="ko-KR" altLang="en-US" dirty="0"/>
          </a:p>
        </p:txBody>
      </p:sp>
      <p:sp>
        <p:nvSpPr>
          <p:cNvPr id="530" name="TextBox 529"/>
          <p:cNvSpPr txBox="1"/>
          <p:nvPr/>
        </p:nvSpPr>
        <p:spPr>
          <a:xfrm>
            <a:off x="2015457" y="5857112"/>
            <a:ext cx="397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11</a:t>
            </a:r>
            <a:endParaRPr lang="ko-KR" altLang="en-US" dirty="0"/>
          </a:p>
        </p:txBody>
      </p:sp>
      <p:sp>
        <p:nvSpPr>
          <p:cNvPr id="531" name="TextBox 530"/>
          <p:cNvSpPr txBox="1"/>
          <p:nvPr/>
        </p:nvSpPr>
        <p:spPr>
          <a:xfrm>
            <a:off x="2022435" y="7505175"/>
            <a:ext cx="370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12</a:t>
            </a:r>
            <a:endParaRPr lang="ko-KR" altLang="en-US" dirty="0"/>
          </a:p>
        </p:txBody>
      </p:sp>
      <p:sp>
        <p:nvSpPr>
          <p:cNvPr id="532" name="TextBox 531"/>
          <p:cNvSpPr txBox="1"/>
          <p:nvPr/>
        </p:nvSpPr>
        <p:spPr>
          <a:xfrm>
            <a:off x="2357988" y="3519144"/>
            <a:ext cx="3278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533" name="TextBox 532"/>
          <p:cNvSpPr txBox="1"/>
          <p:nvPr/>
        </p:nvSpPr>
        <p:spPr>
          <a:xfrm>
            <a:off x="2384493" y="6737936"/>
            <a:ext cx="255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536" name="TextBox 535"/>
          <p:cNvSpPr txBox="1"/>
          <p:nvPr/>
        </p:nvSpPr>
        <p:spPr>
          <a:xfrm>
            <a:off x="2640305" y="5054611"/>
            <a:ext cx="1912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538" name="TextBox 537"/>
          <p:cNvSpPr txBox="1"/>
          <p:nvPr/>
        </p:nvSpPr>
        <p:spPr>
          <a:xfrm>
            <a:off x="3366347" y="5056382"/>
            <a:ext cx="170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6</a:t>
            </a:r>
            <a:endParaRPr lang="ko-KR" altLang="en-US" dirty="0"/>
          </a:p>
        </p:txBody>
      </p:sp>
      <p:grpSp>
        <p:nvGrpSpPr>
          <p:cNvPr id="543" name="그룹 542"/>
          <p:cNvGrpSpPr/>
          <p:nvPr/>
        </p:nvGrpSpPr>
        <p:grpSpPr>
          <a:xfrm>
            <a:off x="1857137" y="4651985"/>
            <a:ext cx="314326" cy="276999"/>
            <a:chOff x="1857137" y="4651985"/>
            <a:chExt cx="314326" cy="276999"/>
          </a:xfrm>
        </p:grpSpPr>
        <p:sp>
          <p:nvSpPr>
            <p:cNvPr id="286" name="직사각형 285"/>
            <p:cNvSpPr/>
            <p:nvPr/>
          </p:nvSpPr>
          <p:spPr bwMode="auto">
            <a:xfrm>
              <a:off x="1857137" y="4676979"/>
              <a:ext cx="314326" cy="227012"/>
            </a:xfrm>
            <a:prstGeom prst="rect">
              <a:avLst/>
            </a:prstGeom>
            <a:solidFill>
              <a:srgbClr val="FF0000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39" name="TextBox 538"/>
            <p:cNvSpPr txBox="1"/>
            <p:nvPr/>
          </p:nvSpPr>
          <p:spPr>
            <a:xfrm>
              <a:off x="1870910" y="4651985"/>
              <a:ext cx="255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6</a:t>
              </a:r>
              <a:endParaRPr lang="ko-KR" altLang="en-US" dirty="0"/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1846387" y="6957407"/>
            <a:ext cx="3638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8</a:t>
            </a:r>
            <a:endParaRPr lang="ko-KR" altLang="en-US" dirty="0"/>
          </a:p>
        </p:txBody>
      </p:sp>
      <p:grpSp>
        <p:nvGrpSpPr>
          <p:cNvPr id="96" name="그룹 95"/>
          <p:cNvGrpSpPr/>
          <p:nvPr/>
        </p:nvGrpSpPr>
        <p:grpSpPr>
          <a:xfrm>
            <a:off x="4045253" y="2228838"/>
            <a:ext cx="2539160" cy="6488116"/>
            <a:chOff x="4045253" y="2228838"/>
            <a:chExt cx="2539160" cy="6488116"/>
          </a:xfrm>
        </p:grpSpPr>
        <p:grpSp>
          <p:nvGrpSpPr>
            <p:cNvPr id="318" name="그룹 317"/>
            <p:cNvGrpSpPr/>
            <p:nvPr/>
          </p:nvGrpSpPr>
          <p:grpSpPr>
            <a:xfrm>
              <a:off x="4049167" y="2228838"/>
              <a:ext cx="2535246" cy="6488116"/>
              <a:chOff x="4071942" y="1714480"/>
              <a:chExt cx="2535246" cy="6488116"/>
            </a:xfrm>
          </p:grpSpPr>
          <p:grpSp>
            <p:nvGrpSpPr>
              <p:cNvPr id="374" name="그룹 373"/>
              <p:cNvGrpSpPr/>
              <p:nvPr/>
            </p:nvGrpSpPr>
            <p:grpSpPr>
              <a:xfrm>
                <a:off x="4929198" y="1714480"/>
                <a:ext cx="1677990" cy="6488116"/>
                <a:chOff x="4929198" y="1714480"/>
                <a:chExt cx="1677990" cy="6488116"/>
              </a:xfrm>
            </p:grpSpPr>
            <p:grpSp>
              <p:nvGrpSpPr>
                <p:cNvPr id="403" name="그룹 402"/>
                <p:cNvGrpSpPr/>
                <p:nvPr/>
              </p:nvGrpSpPr>
              <p:grpSpPr>
                <a:xfrm>
                  <a:off x="5286388" y="1714480"/>
                  <a:ext cx="1320800" cy="6488116"/>
                  <a:chOff x="5286388" y="1714480"/>
                  <a:chExt cx="1320800" cy="6488116"/>
                </a:xfrm>
              </p:grpSpPr>
              <p:grpSp>
                <p:nvGrpSpPr>
                  <p:cNvPr id="460" name="그룹 459"/>
                  <p:cNvGrpSpPr/>
                  <p:nvPr/>
                </p:nvGrpSpPr>
                <p:grpSpPr>
                  <a:xfrm>
                    <a:off x="5286388" y="1714480"/>
                    <a:ext cx="1320800" cy="3366184"/>
                    <a:chOff x="5286388" y="1714480"/>
                    <a:chExt cx="1320800" cy="3366184"/>
                  </a:xfrm>
                </p:grpSpPr>
                <p:sp>
                  <p:nvSpPr>
                    <p:cNvPr id="472" name="직사각형 20"/>
                    <p:cNvSpPr/>
                    <p:nvPr/>
                  </p:nvSpPr>
                  <p:spPr bwMode="auto">
                    <a:xfrm>
                      <a:off x="5286388" y="1714480"/>
                      <a:ext cx="1320800" cy="245971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smtClean="0">
                          <a:solidFill>
                            <a:schemeClr val="tx1"/>
                          </a:solidFill>
                        </a:rPr>
                        <a:t>서초고교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3" name="직사각형 20"/>
                    <p:cNvSpPr/>
                    <p:nvPr/>
                  </p:nvSpPr>
                  <p:spPr bwMode="auto">
                    <a:xfrm>
                      <a:off x="5286388" y="2025814"/>
                      <a:ext cx="1320800" cy="245970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err="1" smtClean="0">
                          <a:solidFill>
                            <a:schemeClr val="tx1"/>
                          </a:solidFill>
                        </a:rPr>
                        <a:t>선린인터넷고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4" name="직사각형 20"/>
                    <p:cNvSpPr/>
                    <p:nvPr/>
                  </p:nvSpPr>
                  <p:spPr bwMode="auto">
                    <a:xfrm>
                      <a:off x="5286388" y="2338867"/>
                      <a:ext cx="1320800" cy="245970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smtClean="0">
                          <a:solidFill>
                            <a:schemeClr val="tx1"/>
                          </a:solidFill>
                        </a:rPr>
                        <a:t>고대부고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5" name="직사각형 20"/>
                    <p:cNvSpPr/>
                    <p:nvPr/>
                  </p:nvSpPr>
                  <p:spPr bwMode="auto">
                    <a:xfrm>
                      <a:off x="5286388" y="2650200"/>
                      <a:ext cx="1320800" cy="245971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err="1" smtClean="0">
                          <a:solidFill>
                            <a:schemeClr val="tx1"/>
                          </a:solidFill>
                        </a:rPr>
                        <a:t>한국삼육고</a:t>
                      </a:r>
                      <a:r>
                        <a:rPr kumimoji="0" lang="en-US" altLang="ko-KR" sz="1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6" name="직사각형 20"/>
                    <p:cNvSpPr/>
                    <p:nvPr/>
                  </p:nvSpPr>
                  <p:spPr bwMode="auto">
                    <a:xfrm>
                      <a:off x="5286388" y="3274587"/>
                      <a:ext cx="1320800" cy="245970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smtClean="0">
                          <a:solidFill>
                            <a:schemeClr val="tx1"/>
                          </a:solidFill>
                        </a:rPr>
                        <a:t>수락고</a:t>
                      </a:r>
                      <a:r>
                        <a:rPr kumimoji="0" lang="ko-KR" altLang="en-US" sz="1400" dirty="0">
                          <a:solidFill>
                            <a:schemeClr val="tx1"/>
                          </a:solidFill>
                        </a:rPr>
                        <a:t>교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7" name="직사각형 20"/>
                    <p:cNvSpPr/>
                    <p:nvPr/>
                  </p:nvSpPr>
                  <p:spPr bwMode="auto">
                    <a:xfrm>
                      <a:off x="5286388" y="2963253"/>
                      <a:ext cx="1320800" cy="245971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err="1" smtClean="0">
                          <a:solidFill>
                            <a:schemeClr val="tx1"/>
                          </a:solidFill>
                        </a:rPr>
                        <a:t>미양고</a:t>
                      </a:r>
                      <a:r>
                        <a:rPr kumimoji="0" lang="ko-KR" altLang="en-US" sz="1400" dirty="0" err="1">
                          <a:solidFill>
                            <a:schemeClr val="tx1"/>
                          </a:solidFill>
                        </a:rPr>
                        <a:t>교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8" name="직사각형 20"/>
                    <p:cNvSpPr/>
                    <p:nvPr/>
                  </p:nvSpPr>
                  <p:spPr bwMode="auto">
                    <a:xfrm>
                      <a:off x="5286388" y="3587640"/>
                      <a:ext cx="1320800" cy="245970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smtClean="0">
                          <a:solidFill>
                            <a:schemeClr val="tx1"/>
                          </a:solidFill>
                        </a:rPr>
                        <a:t>효자고교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9" name="직사각형 20"/>
                    <p:cNvSpPr/>
                    <p:nvPr/>
                  </p:nvSpPr>
                  <p:spPr bwMode="auto">
                    <a:xfrm>
                      <a:off x="5286388" y="3898973"/>
                      <a:ext cx="1320800" cy="245971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smtClean="0">
                          <a:solidFill>
                            <a:schemeClr val="tx1"/>
                          </a:solidFill>
                        </a:rPr>
                        <a:t>경복고교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80" name="직사각형 20"/>
                    <p:cNvSpPr/>
                    <p:nvPr/>
                  </p:nvSpPr>
                  <p:spPr bwMode="auto">
                    <a:xfrm>
                      <a:off x="5286388" y="4210307"/>
                      <a:ext cx="1320800" cy="245970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smtClean="0">
                          <a:solidFill>
                            <a:schemeClr val="tx1"/>
                          </a:solidFill>
                        </a:rPr>
                        <a:t>대진고</a:t>
                      </a:r>
                      <a:r>
                        <a:rPr kumimoji="0" lang="en-US" altLang="ko-KR" sz="1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81" name="직사각형 20"/>
                    <p:cNvSpPr/>
                    <p:nvPr/>
                  </p:nvSpPr>
                  <p:spPr bwMode="auto">
                    <a:xfrm>
                      <a:off x="5286388" y="4523360"/>
                      <a:ext cx="1320800" cy="245970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smtClean="0">
                          <a:solidFill>
                            <a:schemeClr val="tx1"/>
                          </a:solidFill>
                        </a:rPr>
                        <a:t>백신고</a:t>
                      </a:r>
                      <a:r>
                        <a:rPr kumimoji="0" lang="ko-KR" altLang="en-US" sz="1400" dirty="0">
                          <a:solidFill>
                            <a:schemeClr val="tx1"/>
                          </a:solidFill>
                        </a:rPr>
                        <a:t>교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82" name="직사각형 20"/>
                    <p:cNvSpPr/>
                    <p:nvPr/>
                  </p:nvSpPr>
                  <p:spPr bwMode="auto">
                    <a:xfrm>
                      <a:off x="5286388" y="4834693"/>
                      <a:ext cx="1320800" cy="245971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err="1" smtClean="0">
                          <a:solidFill>
                            <a:schemeClr val="tx1"/>
                          </a:solidFill>
                        </a:rPr>
                        <a:t>광동고교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61" name="그룹 460"/>
                  <p:cNvGrpSpPr/>
                  <p:nvPr/>
                </p:nvGrpSpPr>
                <p:grpSpPr>
                  <a:xfrm>
                    <a:off x="5286388" y="5147746"/>
                    <a:ext cx="1320800" cy="3054850"/>
                    <a:chOff x="5286388" y="5147746"/>
                    <a:chExt cx="1320800" cy="3054850"/>
                  </a:xfrm>
                </p:grpSpPr>
                <p:sp>
                  <p:nvSpPr>
                    <p:cNvPr id="462" name="직사각형 20"/>
                    <p:cNvSpPr/>
                    <p:nvPr/>
                  </p:nvSpPr>
                  <p:spPr bwMode="auto">
                    <a:xfrm>
                      <a:off x="5286388" y="5147746"/>
                      <a:ext cx="1320800" cy="245971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err="1" smtClean="0">
                          <a:solidFill>
                            <a:schemeClr val="tx1"/>
                          </a:solidFill>
                        </a:rPr>
                        <a:t>서울방송고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63" name="직사각형 20"/>
                    <p:cNvSpPr/>
                    <p:nvPr/>
                  </p:nvSpPr>
                  <p:spPr bwMode="auto">
                    <a:xfrm>
                      <a:off x="5286388" y="5459080"/>
                      <a:ext cx="1320800" cy="245970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smtClean="0">
                          <a:solidFill>
                            <a:schemeClr val="tx1"/>
                          </a:solidFill>
                        </a:rPr>
                        <a:t>대신고교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64" name="직사각형 20"/>
                    <p:cNvSpPr/>
                    <p:nvPr/>
                  </p:nvSpPr>
                  <p:spPr bwMode="auto">
                    <a:xfrm>
                      <a:off x="5286388" y="5772133"/>
                      <a:ext cx="1320800" cy="245970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smtClean="0">
                          <a:solidFill>
                            <a:schemeClr val="tx1"/>
                          </a:solidFill>
                        </a:rPr>
                        <a:t>숭</a:t>
                      </a:r>
                      <a:r>
                        <a:rPr kumimoji="0" lang="ko-KR" altLang="en-US" sz="1400" dirty="0">
                          <a:solidFill>
                            <a:schemeClr val="tx1"/>
                          </a:solidFill>
                        </a:rPr>
                        <a:t>문</a:t>
                      </a:r>
                      <a:r>
                        <a:rPr kumimoji="0" lang="ko-KR" altLang="en-US" sz="1400" dirty="0" smtClean="0">
                          <a:solidFill>
                            <a:schemeClr val="tx1"/>
                          </a:solidFill>
                        </a:rPr>
                        <a:t>고교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65" name="직사각형 20"/>
                    <p:cNvSpPr/>
                    <p:nvPr/>
                  </p:nvSpPr>
                  <p:spPr bwMode="auto">
                    <a:xfrm>
                      <a:off x="5286388" y="6083466"/>
                      <a:ext cx="1320800" cy="245971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smtClean="0">
                          <a:solidFill>
                            <a:schemeClr val="tx1"/>
                          </a:solidFill>
                        </a:rPr>
                        <a:t>백</a:t>
                      </a:r>
                      <a:r>
                        <a:rPr kumimoji="0" lang="ko-KR" altLang="en-US" sz="1400" dirty="0">
                          <a:solidFill>
                            <a:schemeClr val="tx1"/>
                          </a:solidFill>
                        </a:rPr>
                        <a:t>석</a:t>
                      </a:r>
                      <a:r>
                        <a:rPr kumimoji="0" lang="ko-KR" altLang="en-US" sz="1400" dirty="0" smtClean="0">
                          <a:solidFill>
                            <a:schemeClr val="tx1"/>
                          </a:solidFill>
                        </a:rPr>
                        <a:t>고교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66" name="직사각형 20"/>
                    <p:cNvSpPr/>
                    <p:nvPr/>
                  </p:nvSpPr>
                  <p:spPr bwMode="auto">
                    <a:xfrm>
                      <a:off x="5286388" y="7643573"/>
                      <a:ext cx="1320800" cy="245970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err="1" smtClean="0">
                          <a:solidFill>
                            <a:schemeClr val="tx1"/>
                          </a:solidFill>
                        </a:rPr>
                        <a:t>태릉고</a:t>
                      </a:r>
                      <a:r>
                        <a:rPr kumimoji="0" lang="en-US" altLang="ko-KR" sz="1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67" name="직사각형 20"/>
                    <p:cNvSpPr/>
                    <p:nvPr/>
                  </p:nvSpPr>
                  <p:spPr bwMode="auto">
                    <a:xfrm>
                      <a:off x="5286388" y="6707853"/>
                      <a:ext cx="1320800" cy="245970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err="1" smtClean="0">
                          <a:solidFill>
                            <a:schemeClr val="tx1"/>
                          </a:solidFill>
                        </a:rPr>
                        <a:t>송호고교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68" name="직사각형 20"/>
                    <p:cNvSpPr/>
                    <p:nvPr/>
                  </p:nvSpPr>
                  <p:spPr bwMode="auto">
                    <a:xfrm>
                      <a:off x="5286388" y="7019186"/>
                      <a:ext cx="1320800" cy="245971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err="1" smtClean="0">
                          <a:solidFill>
                            <a:schemeClr val="tx1"/>
                          </a:solidFill>
                        </a:rPr>
                        <a:t>염광고교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69" name="직사각형 468"/>
                    <p:cNvSpPr/>
                    <p:nvPr/>
                  </p:nvSpPr>
                  <p:spPr bwMode="auto">
                    <a:xfrm>
                      <a:off x="5286388" y="7332239"/>
                      <a:ext cx="1320800" cy="245971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err="1" smtClean="0">
                          <a:solidFill>
                            <a:schemeClr val="tx1"/>
                          </a:solidFill>
                        </a:rPr>
                        <a:t>신목고교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0" name="직사각형 469"/>
                    <p:cNvSpPr/>
                    <p:nvPr/>
                  </p:nvSpPr>
                  <p:spPr bwMode="auto">
                    <a:xfrm>
                      <a:off x="5286388" y="6394800"/>
                      <a:ext cx="1320800" cy="245970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smtClean="0">
                          <a:solidFill>
                            <a:schemeClr val="tx1"/>
                          </a:solidFill>
                        </a:rPr>
                        <a:t>여의도고</a:t>
                      </a:r>
                      <a:r>
                        <a:rPr kumimoji="0" lang="en-US" altLang="ko-KR" sz="1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1" name="직사각형 20"/>
                    <p:cNvSpPr/>
                    <p:nvPr/>
                  </p:nvSpPr>
                  <p:spPr bwMode="auto">
                    <a:xfrm>
                      <a:off x="5286388" y="7956626"/>
                      <a:ext cx="1320800" cy="245970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kumimoji="0" lang="ko-KR" altLang="en-US" sz="1400" dirty="0" smtClean="0">
                          <a:solidFill>
                            <a:schemeClr val="tx1"/>
                          </a:solidFill>
                        </a:rPr>
                        <a:t>오금고</a:t>
                      </a:r>
                      <a:r>
                        <a:rPr kumimoji="0" lang="ko-KR" altLang="en-US" sz="1400" dirty="0">
                          <a:solidFill>
                            <a:schemeClr val="tx1"/>
                          </a:solidFill>
                        </a:rPr>
                        <a:t>교</a:t>
                      </a:r>
                      <a:endParaRPr kumimoji="0" lang="en-US" altLang="ko-KR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404" name="그룹 403"/>
                <p:cNvGrpSpPr/>
                <p:nvPr/>
              </p:nvGrpSpPr>
              <p:grpSpPr>
                <a:xfrm>
                  <a:off x="4929198" y="1857356"/>
                  <a:ext cx="357190" cy="6215106"/>
                  <a:chOff x="4929198" y="1857356"/>
                  <a:chExt cx="357190" cy="6215106"/>
                </a:xfrm>
              </p:grpSpPr>
              <p:grpSp>
                <p:nvGrpSpPr>
                  <p:cNvPr id="405" name="그룹 404"/>
                  <p:cNvGrpSpPr/>
                  <p:nvPr/>
                </p:nvGrpSpPr>
                <p:grpSpPr>
                  <a:xfrm rot="10800000">
                    <a:off x="4929198" y="1857356"/>
                    <a:ext cx="357190" cy="642942"/>
                    <a:chOff x="1714488" y="4221631"/>
                    <a:chExt cx="576263" cy="1070449"/>
                  </a:xfrm>
                </p:grpSpPr>
                <p:grpSp>
                  <p:nvGrpSpPr>
                    <p:cNvPr id="453" name="그룹 3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14488" y="4221631"/>
                      <a:ext cx="288925" cy="720725"/>
                      <a:chOff x="2276872" y="2627784"/>
                      <a:chExt cx="360363" cy="720725"/>
                    </a:xfrm>
                  </p:grpSpPr>
                  <p:sp>
                    <p:nvSpPr>
                      <p:cNvPr id="457" name="Line 26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76872" y="2627784"/>
                        <a:ext cx="360363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458" name="Line 26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37235" y="2627784"/>
                        <a:ext cx="0" cy="720725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459" name="Line 27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76872" y="3348509"/>
                        <a:ext cx="360363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</p:grpSp>
                <p:sp>
                  <p:nvSpPr>
                    <p:cNvPr id="454" name="Line 2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14488" y="5286380"/>
                      <a:ext cx="576263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455" name="Line 26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85992" y="4572000"/>
                      <a:ext cx="0" cy="72008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456" name="Line 27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000240" y="4572000"/>
                      <a:ext cx="288132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406" name="그룹 405"/>
                  <p:cNvGrpSpPr/>
                  <p:nvPr/>
                </p:nvGrpSpPr>
                <p:grpSpPr>
                  <a:xfrm rot="10800000">
                    <a:off x="4929198" y="2714612"/>
                    <a:ext cx="357190" cy="642942"/>
                    <a:chOff x="2071678" y="2279163"/>
                    <a:chExt cx="576263" cy="1156174"/>
                  </a:xfrm>
                </p:grpSpPr>
                <p:grpSp>
                  <p:nvGrpSpPr>
                    <p:cNvPr id="445" name="그룹 3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71678" y="2714612"/>
                      <a:ext cx="288925" cy="720725"/>
                      <a:chOff x="2276872" y="2627784"/>
                      <a:chExt cx="360363" cy="720725"/>
                    </a:xfrm>
                  </p:grpSpPr>
                  <p:sp>
                    <p:nvSpPr>
                      <p:cNvPr id="450" name="Line 26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76872" y="2627784"/>
                        <a:ext cx="360363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451" name="Line 26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37235" y="2627784"/>
                        <a:ext cx="0" cy="720725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452" name="Line 27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76872" y="3348509"/>
                        <a:ext cx="360363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</p:grpSp>
                <p:grpSp>
                  <p:nvGrpSpPr>
                    <p:cNvPr id="446" name="그룹 7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71678" y="2279163"/>
                      <a:ext cx="576263" cy="720080"/>
                      <a:chOff x="2132856" y="2555776"/>
                      <a:chExt cx="576064" cy="720080"/>
                    </a:xfrm>
                  </p:grpSpPr>
                  <p:sp>
                    <p:nvSpPr>
                      <p:cNvPr id="447" name="Line 26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32856" y="2555776"/>
                        <a:ext cx="576064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448" name="Line 26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708920" y="2555776"/>
                        <a:ext cx="0" cy="72008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449" name="Line 27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420888" y="3275856"/>
                        <a:ext cx="288032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</p:grpSp>
              </p:grpSp>
              <p:grpSp>
                <p:nvGrpSpPr>
                  <p:cNvPr id="407" name="그룹 38"/>
                  <p:cNvGrpSpPr>
                    <a:grpSpLocks/>
                  </p:cNvGrpSpPr>
                  <p:nvPr/>
                </p:nvGrpSpPr>
                <p:grpSpPr bwMode="auto">
                  <a:xfrm rot="10800000">
                    <a:off x="4929198" y="3714744"/>
                    <a:ext cx="357190" cy="285752"/>
                    <a:chOff x="2276872" y="2627784"/>
                    <a:chExt cx="360363" cy="720725"/>
                  </a:xfrm>
                </p:grpSpPr>
                <p:sp>
                  <p:nvSpPr>
                    <p:cNvPr id="442" name="Line 2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76872" y="2627784"/>
                      <a:ext cx="360363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443" name="Line 26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37235" y="2627784"/>
                      <a:ext cx="0" cy="72072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444" name="Line 27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276872" y="3348509"/>
                      <a:ext cx="360363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408" name="그룹 407"/>
                  <p:cNvGrpSpPr/>
                  <p:nvPr/>
                </p:nvGrpSpPr>
                <p:grpSpPr>
                  <a:xfrm rot="10800000">
                    <a:off x="4929198" y="4286248"/>
                    <a:ext cx="357190" cy="714380"/>
                    <a:chOff x="2071678" y="2279163"/>
                    <a:chExt cx="576263" cy="1156174"/>
                  </a:xfrm>
                </p:grpSpPr>
                <p:grpSp>
                  <p:nvGrpSpPr>
                    <p:cNvPr id="434" name="그룹 3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71678" y="2714612"/>
                      <a:ext cx="288925" cy="720725"/>
                      <a:chOff x="2276872" y="2627784"/>
                      <a:chExt cx="360363" cy="720725"/>
                    </a:xfrm>
                  </p:grpSpPr>
                  <p:sp>
                    <p:nvSpPr>
                      <p:cNvPr id="439" name="Line 26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76872" y="2627784"/>
                        <a:ext cx="360363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440" name="Line 26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37235" y="2627784"/>
                        <a:ext cx="0" cy="720725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441" name="Line 27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76872" y="3348509"/>
                        <a:ext cx="360363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</p:grpSp>
                <p:grpSp>
                  <p:nvGrpSpPr>
                    <p:cNvPr id="435" name="그룹 7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71678" y="2279163"/>
                      <a:ext cx="576263" cy="720080"/>
                      <a:chOff x="2132856" y="2555776"/>
                      <a:chExt cx="576064" cy="720080"/>
                    </a:xfrm>
                  </p:grpSpPr>
                  <p:sp>
                    <p:nvSpPr>
                      <p:cNvPr id="436" name="Line 26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32856" y="2555776"/>
                        <a:ext cx="576064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437" name="Line 26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708920" y="2555776"/>
                        <a:ext cx="0" cy="72008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438" name="Line 27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420888" y="3275856"/>
                        <a:ext cx="288032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</p:grpSp>
              </p:grpSp>
              <p:grpSp>
                <p:nvGrpSpPr>
                  <p:cNvPr id="409" name="그룹 408"/>
                  <p:cNvGrpSpPr/>
                  <p:nvPr/>
                </p:nvGrpSpPr>
                <p:grpSpPr>
                  <a:xfrm rot="10800000">
                    <a:off x="4929198" y="5286380"/>
                    <a:ext cx="357190" cy="642942"/>
                    <a:chOff x="1714488" y="4221631"/>
                    <a:chExt cx="576263" cy="1070449"/>
                  </a:xfrm>
                </p:grpSpPr>
                <p:grpSp>
                  <p:nvGrpSpPr>
                    <p:cNvPr id="427" name="그룹 3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14488" y="4221631"/>
                      <a:ext cx="288925" cy="720725"/>
                      <a:chOff x="2276872" y="2627784"/>
                      <a:chExt cx="360363" cy="720725"/>
                    </a:xfrm>
                  </p:grpSpPr>
                  <p:sp>
                    <p:nvSpPr>
                      <p:cNvPr id="431" name="Line 26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76872" y="2627784"/>
                        <a:ext cx="360363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432" name="Line 26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37235" y="2627784"/>
                        <a:ext cx="0" cy="720725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433" name="Line 27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76872" y="3348509"/>
                        <a:ext cx="360363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</p:grpSp>
                <p:sp>
                  <p:nvSpPr>
                    <p:cNvPr id="428" name="Line 2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14488" y="5286380"/>
                      <a:ext cx="576263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429" name="Line 26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85992" y="4572000"/>
                      <a:ext cx="0" cy="72008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430" name="Line 27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000240" y="4572000"/>
                      <a:ext cx="288132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410" name="그룹 409"/>
                  <p:cNvGrpSpPr>
                    <a:grpSpLocks/>
                  </p:cNvGrpSpPr>
                  <p:nvPr/>
                </p:nvGrpSpPr>
                <p:grpSpPr bwMode="auto">
                  <a:xfrm rot="10800000">
                    <a:off x="4929198" y="6143636"/>
                    <a:ext cx="357190" cy="361949"/>
                    <a:chOff x="2276872" y="2627784"/>
                    <a:chExt cx="360363" cy="720725"/>
                  </a:xfrm>
                </p:grpSpPr>
                <p:sp>
                  <p:nvSpPr>
                    <p:cNvPr id="424" name="Line 2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76872" y="2627784"/>
                      <a:ext cx="360363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425" name="Line 26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37235" y="2627784"/>
                      <a:ext cx="0" cy="72072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426" name="Line 27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276872" y="3348509"/>
                      <a:ext cx="360363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411" name="그룹 38"/>
                  <p:cNvGrpSpPr>
                    <a:grpSpLocks/>
                  </p:cNvGrpSpPr>
                  <p:nvPr/>
                </p:nvGrpSpPr>
                <p:grpSpPr bwMode="auto">
                  <a:xfrm rot="10800000">
                    <a:off x="4929198" y="6786578"/>
                    <a:ext cx="357190" cy="357190"/>
                    <a:chOff x="2276872" y="2627784"/>
                    <a:chExt cx="360363" cy="720725"/>
                  </a:xfrm>
                </p:grpSpPr>
                <p:sp>
                  <p:nvSpPr>
                    <p:cNvPr id="421" name="Line 2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76872" y="2627784"/>
                      <a:ext cx="360363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422" name="Line 26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37235" y="2627784"/>
                      <a:ext cx="0" cy="72072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423" name="Line 27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276872" y="3348509"/>
                      <a:ext cx="360363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412" name="그룹 411"/>
                  <p:cNvGrpSpPr/>
                  <p:nvPr/>
                </p:nvGrpSpPr>
                <p:grpSpPr>
                  <a:xfrm rot="10800000">
                    <a:off x="4929198" y="7429520"/>
                    <a:ext cx="357190" cy="642942"/>
                    <a:chOff x="2071678" y="2279163"/>
                    <a:chExt cx="576263" cy="1156174"/>
                  </a:xfrm>
                </p:grpSpPr>
                <p:grpSp>
                  <p:nvGrpSpPr>
                    <p:cNvPr id="413" name="그룹 3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71678" y="2714612"/>
                      <a:ext cx="288925" cy="720725"/>
                      <a:chOff x="2276872" y="2627784"/>
                      <a:chExt cx="360363" cy="720725"/>
                    </a:xfrm>
                  </p:grpSpPr>
                  <p:sp>
                    <p:nvSpPr>
                      <p:cNvPr id="418" name="Line 26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76872" y="2627784"/>
                        <a:ext cx="360363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419" name="Line 26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37235" y="2627784"/>
                        <a:ext cx="0" cy="720725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420" name="Line 27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76872" y="3348509"/>
                        <a:ext cx="360363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</p:grpSp>
                <p:grpSp>
                  <p:nvGrpSpPr>
                    <p:cNvPr id="414" name="그룹 7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71678" y="2279163"/>
                      <a:ext cx="576263" cy="720080"/>
                      <a:chOff x="2132856" y="2555776"/>
                      <a:chExt cx="576064" cy="720080"/>
                    </a:xfrm>
                  </p:grpSpPr>
                  <p:sp>
                    <p:nvSpPr>
                      <p:cNvPr id="415" name="Line 26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32856" y="2555776"/>
                        <a:ext cx="576064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416" name="Line 26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708920" y="2555776"/>
                        <a:ext cx="0" cy="72008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417" name="Line 27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420888" y="3275856"/>
                        <a:ext cx="288032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ko-KR" altLang="en-US"/>
                      </a:p>
                    </p:txBody>
                  </p:sp>
                </p:grpSp>
              </p:grpSp>
            </p:grpSp>
          </p:grpSp>
          <p:grpSp>
            <p:nvGrpSpPr>
              <p:cNvPr id="375" name="그룹 38"/>
              <p:cNvGrpSpPr>
                <a:grpSpLocks/>
              </p:cNvGrpSpPr>
              <p:nvPr/>
            </p:nvGrpSpPr>
            <p:grpSpPr bwMode="auto">
              <a:xfrm rot="10800000">
                <a:off x="4643445" y="2071669"/>
                <a:ext cx="288925" cy="1071570"/>
                <a:chOff x="2276872" y="2627784"/>
                <a:chExt cx="360363" cy="720725"/>
              </a:xfrm>
            </p:grpSpPr>
            <p:sp>
              <p:nvSpPr>
                <p:cNvPr id="400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01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02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76" name="그룹 38"/>
              <p:cNvGrpSpPr>
                <a:grpSpLocks/>
              </p:cNvGrpSpPr>
              <p:nvPr/>
            </p:nvGrpSpPr>
            <p:grpSpPr bwMode="auto">
              <a:xfrm rot="10800000">
                <a:off x="4643445" y="3857619"/>
                <a:ext cx="288925" cy="928694"/>
                <a:chOff x="2276872" y="2627784"/>
                <a:chExt cx="360363" cy="720725"/>
              </a:xfrm>
            </p:grpSpPr>
            <p:sp>
              <p:nvSpPr>
                <p:cNvPr id="397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98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99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77" name="그룹 38"/>
              <p:cNvGrpSpPr>
                <a:grpSpLocks/>
              </p:cNvGrpSpPr>
              <p:nvPr/>
            </p:nvGrpSpPr>
            <p:grpSpPr bwMode="auto">
              <a:xfrm rot="10800000">
                <a:off x="4643446" y="5429256"/>
                <a:ext cx="288925" cy="857256"/>
                <a:chOff x="2276872" y="2627784"/>
                <a:chExt cx="360363" cy="720725"/>
              </a:xfrm>
            </p:grpSpPr>
            <p:sp>
              <p:nvSpPr>
                <p:cNvPr id="394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95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96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78" name="그룹 38"/>
              <p:cNvGrpSpPr>
                <a:grpSpLocks/>
              </p:cNvGrpSpPr>
              <p:nvPr/>
            </p:nvGrpSpPr>
            <p:grpSpPr bwMode="auto">
              <a:xfrm rot="10800000">
                <a:off x="4643445" y="6929453"/>
                <a:ext cx="288925" cy="928694"/>
                <a:chOff x="2276872" y="2627784"/>
                <a:chExt cx="360363" cy="720725"/>
              </a:xfrm>
            </p:grpSpPr>
            <p:sp>
              <p:nvSpPr>
                <p:cNvPr id="391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92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93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79" name="그룹 38"/>
              <p:cNvGrpSpPr>
                <a:grpSpLocks/>
              </p:cNvGrpSpPr>
              <p:nvPr/>
            </p:nvGrpSpPr>
            <p:grpSpPr bwMode="auto">
              <a:xfrm rot="10800000">
                <a:off x="4357693" y="2571736"/>
                <a:ext cx="288925" cy="1714512"/>
                <a:chOff x="2276872" y="2627784"/>
                <a:chExt cx="360363" cy="720725"/>
              </a:xfrm>
            </p:grpSpPr>
            <p:sp>
              <p:nvSpPr>
                <p:cNvPr id="388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89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90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80" name="그룹 38"/>
              <p:cNvGrpSpPr>
                <a:grpSpLocks/>
              </p:cNvGrpSpPr>
              <p:nvPr/>
            </p:nvGrpSpPr>
            <p:grpSpPr bwMode="auto">
              <a:xfrm rot="10800000">
                <a:off x="4357693" y="5857884"/>
                <a:ext cx="288925" cy="1500198"/>
                <a:chOff x="2276872" y="2627784"/>
                <a:chExt cx="360363" cy="720725"/>
              </a:xfrm>
            </p:grpSpPr>
            <p:sp>
              <p:nvSpPr>
                <p:cNvPr id="385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86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87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81" name="그룹 38"/>
              <p:cNvGrpSpPr>
                <a:grpSpLocks/>
              </p:cNvGrpSpPr>
              <p:nvPr/>
            </p:nvGrpSpPr>
            <p:grpSpPr bwMode="auto">
              <a:xfrm rot="10800000">
                <a:off x="4071942" y="3286116"/>
                <a:ext cx="288925" cy="3214710"/>
                <a:chOff x="2276872" y="2627784"/>
                <a:chExt cx="360363" cy="720725"/>
              </a:xfrm>
            </p:grpSpPr>
            <p:sp>
              <p:nvSpPr>
                <p:cNvPr id="382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83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84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319" name="그룹 318"/>
            <p:cNvGrpSpPr/>
            <p:nvPr/>
          </p:nvGrpSpPr>
          <p:grpSpPr>
            <a:xfrm>
              <a:off x="4959600" y="3285731"/>
              <a:ext cx="357190" cy="288925"/>
              <a:chOff x="4927760" y="3285731"/>
              <a:chExt cx="357190" cy="288925"/>
            </a:xfrm>
          </p:grpSpPr>
          <p:sp>
            <p:nvSpPr>
              <p:cNvPr id="372" name="순서도: 천공 테이프 371"/>
              <p:cNvSpPr/>
              <p:nvPr/>
            </p:nvSpPr>
            <p:spPr>
              <a:xfrm>
                <a:off x="4927760" y="3285731"/>
                <a:ext cx="357190" cy="288925"/>
              </a:xfrm>
              <a:prstGeom prst="flowChartPunchedTap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3" name="TextBox 372"/>
              <p:cNvSpPr txBox="1"/>
              <p:nvPr/>
            </p:nvSpPr>
            <p:spPr>
              <a:xfrm>
                <a:off x="4982750" y="3295994"/>
                <a:ext cx="2472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/>
                  <a:t>1</a:t>
                </a:r>
                <a:endParaRPr lang="ko-KR" altLang="en-US" dirty="0"/>
              </a:p>
            </p:txBody>
          </p:sp>
        </p:grpSp>
        <p:grpSp>
          <p:nvGrpSpPr>
            <p:cNvPr id="320" name="그룹 319"/>
            <p:cNvGrpSpPr/>
            <p:nvPr/>
          </p:nvGrpSpPr>
          <p:grpSpPr>
            <a:xfrm>
              <a:off x="4878415" y="4189213"/>
              <a:ext cx="357190" cy="288925"/>
              <a:chOff x="4901565" y="3896712"/>
              <a:chExt cx="357190" cy="288925"/>
            </a:xfrm>
          </p:grpSpPr>
          <p:sp>
            <p:nvSpPr>
              <p:cNvPr id="370" name="순서도: 천공 테이프 369"/>
              <p:cNvSpPr/>
              <p:nvPr/>
            </p:nvSpPr>
            <p:spPr>
              <a:xfrm>
                <a:off x="4901565" y="3896712"/>
                <a:ext cx="357190" cy="288925"/>
              </a:xfrm>
              <a:prstGeom prst="flowChartPunchedTap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1" name="TextBox 370"/>
              <p:cNvSpPr txBox="1"/>
              <p:nvPr/>
            </p:nvSpPr>
            <p:spPr>
              <a:xfrm>
                <a:off x="4966973" y="3908638"/>
                <a:ext cx="21951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/>
                  <a:t>2</a:t>
                </a:r>
                <a:endParaRPr lang="ko-KR" altLang="en-US" dirty="0"/>
              </a:p>
            </p:txBody>
          </p:sp>
        </p:grpSp>
        <p:grpSp>
          <p:nvGrpSpPr>
            <p:cNvPr id="321" name="그룹 320"/>
            <p:cNvGrpSpPr/>
            <p:nvPr/>
          </p:nvGrpSpPr>
          <p:grpSpPr>
            <a:xfrm>
              <a:off x="5009253" y="4826796"/>
              <a:ext cx="374643" cy="302619"/>
              <a:chOff x="5036468" y="4553760"/>
              <a:chExt cx="374643" cy="302619"/>
            </a:xfrm>
          </p:grpSpPr>
          <p:sp>
            <p:nvSpPr>
              <p:cNvPr id="368" name="순서도: 천공 테이프 367"/>
              <p:cNvSpPr/>
              <p:nvPr/>
            </p:nvSpPr>
            <p:spPr>
              <a:xfrm>
                <a:off x="5053921" y="4553760"/>
                <a:ext cx="357190" cy="288925"/>
              </a:xfrm>
              <a:prstGeom prst="flowChartPunchedTap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9" name="TextBox 368"/>
              <p:cNvSpPr txBox="1"/>
              <p:nvPr/>
            </p:nvSpPr>
            <p:spPr>
              <a:xfrm>
                <a:off x="5036468" y="4579380"/>
                <a:ext cx="30994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/>
                  <a:t>4</a:t>
                </a:r>
                <a:endParaRPr lang="ko-KR" altLang="en-US" dirty="0"/>
              </a:p>
            </p:txBody>
          </p:sp>
        </p:grpSp>
        <p:grpSp>
          <p:nvGrpSpPr>
            <p:cNvPr id="322" name="그룹 321"/>
            <p:cNvGrpSpPr/>
            <p:nvPr/>
          </p:nvGrpSpPr>
          <p:grpSpPr>
            <a:xfrm>
              <a:off x="5026916" y="6022533"/>
              <a:ext cx="360977" cy="307544"/>
              <a:chOff x="5032681" y="5772221"/>
              <a:chExt cx="360977" cy="307544"/>
            </a:xfrm>
          </p:grpSpPr>
          <p:sp>
            <p:nvSpPr>
              <p:cNvPr id="366" name="순서도: 천공 테이프 365"/>
              <p:cNvSpPr/>
              <p:nvPr/>
            </p:nvSpPr>
            <p:spPr>
              <a:xfrm>
                <a:off x="5036468" y="5772221"/>
                <a:ext cx="357190" cy="288925"/>
              </a:xfrm>
              <a:prstGeom prst="flowChartPunchedTap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7" name="TextBox 366"/>
              <p:cNvSpPr txBox="1"/>
              <p:nvPr/>
            </p:nvSpPr>
            <p:spPr>
              <a:xfrm>
                <a:off x="5032681" y="5802766"/>
                <a:ext cx="29200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8</a:t>
                </a:r>
                <a:endParaRPr lang="ko-KR" altLang="en-US" dirty="0"/>
              </a:p>
            </p:txBody>
          </p:sp>
        </p:grpSp>
        <p:grpSp>
          <p:nvGrpSpPr>
            <p:cNvPr id="323" name="그룹 322"/>
            <p:cNvGrpSpPr/>
            <p:nvPr/>
          </p:nvGrpSpPr>
          <p:grpSpPr>
            <a:xfrm>
              <a:off x="4916555" y="6693112"/>
              <a:ext cx="357190" cy="301365"/>
              <a:chOff x="4995545" y="6437121"/>
              <a:chExt cx="357190" cy="301365"/>
            </a:xfrm>
          </p:grpSpPr>
          <p:sp>
            <p:nvSpPr>
              <p:cNvPr id="364" name="순서도: 천공 테이프 363"/>
              <p:cNvSpPr/>
              <p:nvPr/>
            </p:nvSpPr>
            <p:spPr>
              <a:xfrm>
                <a:off x="4995545" y="6437121"/>
                <a:ext cx="357190" cy="288925"/>
              </a:xfrm>
              <a:prstGeom prst="flowChartPunchedTap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5" name="TextBox 364"/>
              <p:cNvSpPr txBox="1"/>
              <p:nvPr/>
            </p:nvSpPr>
            <p:spPr>
              <a:xfrm>
                <a:off x="5002116" y="6461487"/>
                <a:ext cx="2828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9</a:t>
                </a:r>
                <a:endParaRPr lang="ko-KR" altLang="en-US" dirty="0"/>
              </a:p>
            </p:txBody>
          </p:sp>
        </p:grpSp>
        <p:grpSp>
          <p:nvGrpSpPr>
            <p:cNvPr id="324" name="그룹 323"/>
            <p:cNvGrpSpPr/>
            <p:nvPr/>
          </p:nvGrpSpPr>
          <p:grpSpPr>
            <a:xfrm>
              <a:off x="4894862" y="7323164"/>
              <a:ext cx="378883" cy="290033"/>
              <a:chOff x="4927760" y="7027234"/>
              <a:chExt cx="378883" cy="290033"/>
            </a:xfrm>
          </p:grpSpPr>
          <p:sp>
            <p:nvSpPr>
              <p:cNvPr id="362" name="순서도: 천공 테이프 361"/>
              <p:cNvSpPr/>
              <p:nvPr/>
            </p:nvSpPr>
            <p:spPr>
              <a:xfrm>
                <a:off x="4927760" y="7028342"/>
                <a:ext cx="357190" cy="288925"/>
              </a:xfrm>
              <a:prstGeom prst="flowChartPunchedTap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3" name="TextBox 362"/>
              <p:cNvSpPr txBox="1"/>
              <p:nvPr/>
            </p:nvSpPr>
            <p:spPr>
              <a:xfrm>
                <a:off x="4945294" y="7027234"/>
                <a:ext cx="36134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/>
                  <a:t>10</a:t>
                </a:r>
                <a:endParaRPr lang="ko-KR" altLang="en-US" dirty="0"/>
              </a:p>
            </p:txBody>
          </p:sp>
        </p:grpSp>
        <p:grpSp>
          <p:nvGrpSpPr>
            <p:cNvPr id="325" name="그룹 324"/>
            <p:cNvGrpSpPr/>
            <p:nvPr/>
          </p:nvGrpSpPr>
          <p:grpSpPr>
            <a:xfrm>
              <a:off x="5002339" y="7976264"/>
              <a:ext cx="393637" cy="302367"/>
              <a:chOff x="3653710" y="8071311"/>
              <a:chExt cx="393637" cy="302367"/>
            </a:xfrm>
          </p:grpSpPr>
          <p:sp>
            <p:nvSpPr>
              <p:cNvPr id="360" name="순서도: 천공 테이프 359"/>
              <p:cNvSpPr/>
              <p:nvPr/>
            </p:nvSpPr>
            <p:spPr>
              <a:xfrm>
                <a:off x="3653710" y="8071311"/>
                <a:ext cx="357190" cy="288925"/>
              </a:xfrm>
              <a:prstGeom prst="flowChartPunchedTap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1" name="TextBox 360"/>
              <p:cNvSpPr txBox="1"/>
              <p:nvPr/>
            </p:nvSpPr>
            <p:spPr>
              <a:xfrm>
                <a:off x="3656053" y="8096679"/>
                <a:ext cx="3912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/>
                  <a:t>11</a:t>
                </a:r>
                <a:endParaRPr lang="ko-KR" altLang="en-US" dirty="0"/>
              </a:p>
            </p:txBody>
          </p:sp>
        </p:grpSp>
        <p:grpSp>
          <p:nvGrpSpPr>
            <p:cNvPr id="326" name="그룹 325"/>
            <p:cNvGrpSpPr/>
            <p:nvPr/>
          </p:nvGrpSpPr>
          <p:grpSpPr>
            <a:xfrm>
              <a:off x="4871406" y="2371714"/>
              <a:ext cx="386273" cy="276999"/>
              <a:chOff x="3881482" y="2322330"/>
              <a:chExt cx="386273" cy="276999"/>
            </a:xfrm>
          </p:grpSpPr>
          <p:sp>
            <p:nvSpPr>
              <p:cNvPr id="358" name="직사각형 357"/>
              <p:cNvSpPr/>
              <p:nvPr/>
            </p:nvSpPr>
            <p:spPr bwMode="auto">
              <a:xfrm>
                <a:off x="3881482" y="2355462"/>
                <a:ext cx="314326" cy="227012"/>
              </a:xfrm>
              <a:prstGeom prst="rect">
                <a:avLst/>
              </a:prstGeom>
              <a:solidFill>
                <a:srgbClr val="FF0000">
                  <a:alpha val="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59" name="TextBox 358"/>
              <p:cNvSpPr txBox="1"/>
              <p:nvPr/>
            </p:nvSpPr>
            <p:spPr>
              <a:xfrm>
                <a:off x="3885930" y="2322330"/>
                <a:ext cx="3818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1</a:t>
                </a:r>
                <a:endParaRPr lang="ko-KR" altLang="en-US" dirty="0"/>
              </a:p>
            </p:txBody>
          </p:sp>
        </p:grpSp>
        <p:grpSp>
          <p:nvGrpSpPr>
            <p:cNvPr id="327" name="그룹 326"/>
            <p:cNvGrpSpPr/>
            <p:nvPr/>
          </p:nvGrpSpPr>
          <p:grpSpPr>
            <a:xfrm>
              <a:off x="5000782" y="2651401"/>
              <a:ext cx="456062" cy="357190"/>
              <a:chOff x="4985068" y="2631996"/>
              <a:chExt cx="456062" cy="357190"/>
            </a:xfrm>
          </p:grpSpPr>
          <p:sp>
            <p:nvSpPr>
              <p:cNvPr id="356" name="타원 355"/>
              <p:cNvSpPr/>
              <p:nvPr/>
            </p:nvSpPr>
            <p:spPr bwMode="auto">
              <a:xfrm>
                <a:off x="4995545" y="2631996"/>
                <a:ext cx="445585" cy="357190"/>
              </a:xfrm>
              <a:prstGeom prst="ellipse">
                <a:avLst/>
              </a:prstGeom>
              <a:solidFill>
                <a:schemeClr val="accent1">
                  <a:alpha val="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/>
              </a:p>
            </p:txBody>
          </p:sp>
          <p:sp>
            <p:nvSpPr>
              <p:cNvPr id="357" name="TextBox 356"/>
              <p:cNvSpPr txBox="1"/>
              <p:nvPr/>
            </p:nvSpPr>
            <p:spPr>
              <a:xfrm>
                <a:off x="4985068" y="2656912"/>
                <a:ext cx="3881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/>
                  <a:t>13</a:t>
                </a:r>
                <a:endParaRPr lang="ko-KR" altLang="en-US" dirty="0"/>
              </a:p>
            </p:txBody>
          </p:sp>
        </p:grpSp>
        <p:grpSp>
          <p:nvGrpSpPr>
            <p:cNvPr id="328" name="그룹 327"/>
            <p:cNvGrpSpPr/>
            <p:nvPr/>
          </p:nvGrpSpPr>
          <p:grpSpPr>
            <a:xfrm>
              <a:off x="4883290" y="3572993"/>
              <a:ext cx="314326" cy="276999"/>
              <a:chOff x="4906440" y="4856379"/>
              <a:chExt cx="314326" cy="276999"/>
            </a:xfrm>
          </p:grpSpPr>
          <p:sp>
            <p:nvSpPr>
              <p:cNvPr id="354" name="직사각형 353"/>
              <p:cNvSpPr/>
              <p:nvPr/>
            </p:nvSpPr>
            <p:spPr bwMode="auto">
              <a:xfrm>
                <a:off x="4906440" y="4871467"/>
                <a:ext cx="314326" cy="227012"/>
              </a:xfrm>
              <a:prstGeom prst="rect">
                <a:avLst/>
              </a:prstGeom>
              <a:solidFill>
                <a:srgbClr val="FF0000">
                  <a:alpha val="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55" name="TextBox 354"/>
              <p:cNvSpPr txBox="1"/>
              <p:nvPr/>
            </p:nvSpPr>
            <p:spPr>
              <a:xfrm>
                <a:off x="4931356" y="4856379"/>
                <a:ext cx="2894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2</a:t>
                </a:r>
                <a:endParaRPr lang="ko-KR" altLang="en-US" dirty="0"/>
              </a:p>
            </p:txBody>
          </p:sp>
        </p:grpSp>
        <p:grpSp>
          <p:nvGrpSpPr>
            <p:cNvPr id="329" name="그룹 328"/>
            <p:cNvGrpSpPr/>
            <p:nvPr/>
          </p:nvGrpSpPr>
          <p:grpSpPr>
            <a:xfrm>
              <a:off x="4948494" y="5248817"/>
              <a:ext cx="411035" cy="276999"/>
              <a:chOff x="4892884" y="5509385"/>
              <a:chExt cx="411035" cy="276999"/>
            </a:xfrm>
          </p:grpSpPr>
          <p:sp>
            <p:nvSpPr>
              <p:cNvPr id="352" name="직사각형 351"/>
              <p:cNvSpPr/>
              <p:nvPr/>
            </p:nvSpPr>
            <p:spPr bwMode="auto">
              <a:xfrm>
                <a:off x="4892884" y="5545209"/>
                <a:ext cx="314326" cy="227012"/>
              </a:xfrm>
              <a:prstGeom prst="rect">
                <a:avLst/>
              </a:prstGeom>
              <a:solidFill>
                <a:srgbClr val="FF0000">
                  <a:alpha val="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53" name="TextBox 352"/>
              <p:cNvSpPr txBox="1"/>
              <p:nvPr/>
            </p:nvSpPr>
            <p:spPr>
              <a:xfrm>
                <a:off x="4932495" y="5509385"/>
                <a:ext cx="3714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3</a:t>
                </a:r>
                <a:endParaRPr lang="ko-KR" altLang="en-US" dirty="0"/>
              </a:p>
            </p:txBody>
          </p:sp>
        </p:grpSp>
        <p:grpSp>
          <p:nvGrpSpPr>
            <p:cNvPr id="330" name="그룹 329"/>
            <p:cNvGrpSpPr/>
            <p:nvPr/>
          </p:nvGrpSpPr>
          <p:grpSpPr>
            <a:xfrm>
              <a:off x="4947473" y="5776079"/>
              <a:ext cx="314326" cy="276999"/>
              <a:chOff x="4922997" y="7969780"/>
              <a:chExt cx="314326" cy="276999"/>
            </a:xfrm>
          </p:grpSpPr>
          <p:sp>
            <p:nvSpPr>
              <p:cNvPr id="350" name="직사각형 349"/>
              <p:cNvSpPr/>
              <p:nvPr/>
            </p:nvSpPr>
            <p:spPr bwMode="auto">
              <a:xfrm>
                <a:off x="4922997" y="7989617"/>
                <a:ext cx="314326" cy="227012"/>
              </a:xfrm>
              <a:prstGeom prst="rect">
                <a:avLst/>
              </a:prstGeom>
              <a:solidFill>
                <a:srgbClr val="FF0000">
                  <a:alpha val="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51" name="TextBox 350"/>
              <p:cNvSpPr txBox="1"/>
              <p:nvPr/>
            </p:nvSpPr>
            <p:spPr>
              <a:xfrm>
                <a:off x="4956274" y="7969780"/>
                <a:ext cx="25581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4</a:t>
                </a:r>
                <a:endParaRPr lang="ko-KR" altLang="en-US" dirty="0"/>
              </a:p>
            </p:txBody>
          </p:sp>
        </p:grpSp>
        <p:grpSp>
          <p:nvGrpSpPr>
            <p:cNvPr id="331" name="그룹 330"/>
            <p:cNvGrpSpPr/>
            <p:nvPr/>
          </p:nvGrpSpPr>
          <p:grpSpPr>
            <a:xfrm>
              <a:off x="4938538" y="8316970"/>
              <a:ext cx="314326" cy="276999"/>
              <a:chOff x="1857137" y="4651985"/>
              <a:chExt cx="314326" cy="276999"/>
            </a:xfrm>
          </p:grpSpPr>
          <p:sp>
            <p:nvSpPr>
              <p:cNvPr id="348" name="직사각형 347"/>
              <p:cNvSpPr/>
              <p:nvPr/>
            </p:nvSpPr>
            <p:spPr bwMode="auto">
              <a:xfrm>
                <a:off x="1857137" y="4676979"/>
                <a:ext cx="314326" cy="227012"/>
              </a:xfrm>
              <a:prstGeom prst="rect">
                <a:avLst/>
              </a:prstGeom>
              <a:solidFill>
                <a:srgbClr val="FF0000">
                  <a:alpha val="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49" name="TextBox 348"/>
              <p:cNvSpPr txBox="1"/>
              <p:nvPr/>
            </p:nvSpPr>
            <p:spPr>
              <a:xfrm>
                <a:off x="1870910" y="4651985"/>
                <a:ext cx="25581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/>
                  <a:t>5</a:t>
                </a:r>
                <a:endParaRPr lang="ko-KR" altLang="en-US" dirty="0"/>
              </a:p>
            </p:txBody>
          </p:sp>
        </p:grpSp>
        <p:grpSp>
          <p:nvGrpSpPr>
            <p:cNvPr id="332" name="그룹 331"/>
            <p:cNvGrpSpPr/>
            <p:nvPr/>
          </p:nvGrpSpPr>
          <p:grpSpPr>
            <a:xfrm>
              <a:off x="4649710" y="3065553"/>
              <a:ext cx="313258" cy="5007965"/>
              <a:chOff x="4644263" y="2826006"/>
              <a:chExt cx="313258" cy="5007965"/>
            </a:xfrm>
          </p:grpSpPr>
          <p:sp>
            <p:nvSpPr>
              <p:cNvPr id="342" name="십자형 341"/>
              <p:cNvSpPr/>
              <p:nvPr/>
            </p:nvSpPr>
            <p:spPr bwMode="auto">
              <a:xfrm>
                <a:off x="4660034" y="2826006"/>
                <a:ext cx="287338" cy="360362"/>
              </a:xfrm>
              <a:prstGeom prst="plus">
                <a:avLst>
                  <a:gd name="adj" fmla="val 23204"/>
                </a:avLst>
              </a:prstGeom>
              <a:solidFill>
                <a:schemeClr val="accent1">
                  <a:alpha val="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/>
              </a:p>
            </p:txBody>
          </p:sp>
          <p:sp>
            <p:nvSpPr>
              <p:cNvPr id="343" name="십자형 342"/>
              <p:cNvSpPr/>
              <p:nvPr/>
            </p:nvSpPr>
            <p:spPr bwMode="auto">
              <a:xfrm>
                <a:off x="4651590" y="4333587"/>
                <a:ext cx="287338" cy="360362"/>
              </a:xfrm>
              <a:prstGeom prst="plus">
                <a:avLst>
                  <a:gd name="adj" fmla="val 23204"/>
                </a:avLst>
              </a:prstGeom>
              <a:solidFill>
                <a:schemeClr val="accent1">
                  <a:alpha val="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/>
              </a:p>
            </p:txBody>
          </p:sp>
          <p:sp>
            <p:nvSpPr>
              <p:cNvPr id="344" name="십자형 343"/>
              <p:cNvSpPr/>
              <p:nvPr/>
            </p:nvSpPr>
            <p:spPr bwMode="auto">
              <a:xfrm>
                <a:off x="4658270" y="5941265"/>
                <a:ext cx="287338" cy="360362"/>
              </a:xfrm>
              <a:prstGeom prst="plus">
                <a:avLst>
                  <a:gd name="adj" fmla="val 23204"/>
                </a:avLst>
              </a:prstGeom>
              <a:solidFill>
                <a:schemeClr val="accent1">
                  <a:alpha val="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/>
              </a:p>
            </p:txBody>
          </p:sp>
          <p:sp>
            <p:nvSpPr>
              <p:cNvPr id="345" name="십자형 344"/>
              <p:cNvSpPr/>
              <p:nvPr/>
            </p:nvSpPr>
            <p:spPr bwMode="auto">
              <a:xfrm>
                <a:off x="4670183" y="7473609"/>
                <a:ext cx="287338" cy="360362"/>
              </a:xfrm>
              <a:prstGeom prst="plus">
                <a:avLst>
                  <a:gd name="adj" fmla="val 23204"/>
                </a:avLst>
              </a:prstGeom>
              <a:solidFill>
                <a:schemeClr val="accent1">
                  <a:alpha val="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/>
              </a:p>
            </p:txBody>
          </p:sp>
          <p:sp>
            <p:nvSpPr>
              <p:cNvPr id="346" name="TextBox 345"/>
              <p:cNvSpPr txBox="1"/>
              <p:nvPr/>
            </p:nvSpPr>
            <p:spPr>
              <a:xfrm>
                <a:off x="4672860" y="2870902"/>
                <a:ext cx="27451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/>
                  <a:t>1</a:t>
                </a:r>
                <a:endParaRPr lang="ko-KR" altLang="en-US" dirty="0"/>
              </a:p>
            </p:txBody>
          </p:sp>
          <p:sp>
            <p:nvSpPr>
              <p:cNvPr id="347" name="TextBox 346"/>
              <p:cNvSpPr txBox="1"/>
              <p:nvPr/>
            </p:nvSpPr>
            <p:spPr>
              <a:xfrm>
                <a:off x="4644263" y="4390744"/>
                <a:ext cx="3080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/>
                  <a:t>2</a:t>
                </a:r>
                <a:endParaRPr lang="ko-KR" altLang="en-US" dirty="0"/>
              </a:p>
            </p:txBody>
          </p:sp>
        </p:grpSp>
        <p:sp>
          <p:nvSpPr>
            <p:cNvPr id="333" name="TextBox 332"/>
            <p:cNvSpPr txBox="1"/>
            <p:nvPr/>
          </p:nvSpPr>
          <p:spPr>
            <a:xfrm>
              <a:off x="4682635" y="6237086"/>
              <a:ext cx="2520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3</a:t>
              </a:r>
              <a:endParaRPr lang="ko-KR" altLang="en-US" dirty="0"/>
            </a:p>
          </p:txBody>
        </p:sp>
        <p:sp>
          <p:nvSpPr>
            <p:cNvPr id="334" name="TextBox 333"/>
            <p:cNvSpPr txBox="1"/>
            <p:nvPr/>
          </p:nvSpPr>
          <p:spPr>
            <a:xfrm>
              <a:off x="4675630" y="7769658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4</a:t>
              </a:r>
              <a:endParaRPr lang="ko-KR" altLang="en-US" dirty="0"/>
            </a:p>
          </p:txBody>
        </p:sp>
        <p:grpSp>
          <p:nvGrpSpPr>
            <p:cNvPr id="335" name="그룹 334"/>
            <p:cNvGrpSpPr/>
            <p:nvPr/>
          </p:nvGrpSpPr>
          <p:grpSpPr>
            <a:xfrm>
              <a:off x="4045253" y="3516300"/>
              <a:ext cx="674091" cy="3585694"/>
              <a:chOff x="4051262" y="3490074"/>
              <a:chExt cx="674091" cy="3585694"/>
            </a:xfrm>
          </p:grpSpPr>
          <p:sp>
            <p:nvSpPr>
              <p:cNvPr id="336" name="이등변 삼각형 335"/>
              <p:cNvSpPr/>
              <p:nvPr/>
            </p:nvSpPr>
            <p:spPr bwMode="auto">
              <a:xfrm>
                <a:off x="4317955" y="3490074"/>
                <a:ext cx="404813" cy="327025"/>
              </a:xfrm>
              <a:prstGeom prst="triangle">
                <a:avLst/>
              </a:prstGeom>
              <a:solidFill>
                <a:schemeClr val="accent1">
                  <a:alpha val="0"/>
                </a:schemeClr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u="sng"/>
              </a:p>
            </p:txBody>
          </p:sp>
          <p:sp>
            <p:nvSpPr>
              <p:cNvPr id="337" name="이등변 삼각형 336"/>
              <p:cNvSpPr/>
              <p:nvPr/>
            </p:nvSpPr>
            <p:spPr bwMode="auto">
              <a:xfrm>
                <a:off x="4320540" y="6712924"/>
                <a:ext cx="404813" cy="327025"/>
              </a:xfrm>
              <a:prstGeom prst="triangle">
                <a:avLst/>
              </a:prstGeom>
              <a:solidFill>
                <a:schemeClr val="accent1">
                  <a:alpha val="0"/>
                </a:schemeClr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u="sng"/>
              </a:p>
            </p:txBody>
          </p:sp>
          <p:sp>
            <p:nvSpPr>
              <p:cNvPr id="338" name="정오각형 337"/>
              <p:cNvSpPr/>
              <p:nvPr/>
            </p:nvSpPr>
            <p:spPr bwMode="auto">
              <a:xfrm>
                <a:off x="4051262" y="5025688"/>
                <a:ext cx="360363" cy="360362"/>
              </a:xfrm>
              <a:prstGeom prst="pentagon">
                <a:avLst/>
              </a:prstGeom>
              <a:solidFill>
                <a:schemeClr val="accent1">
                  <a:alpha val="0"/>
                </a:schemeClr>
              </a:solidFill>
              <a:ln>
                <a:solidFill>
                  <a:srgbClr val="FF66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39" name="TextBox 338"/>
              <p:cNvSpPr txBox="1"/>
              <p:nvPr/>
            </p:nvSpPr>
            <p:spPr>
              <a:xfrm>
                <a:off x="4371833" y="3572992"/>
                <a:ext cx="2882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/>
                  <a:t>3</a:t>
                </a:r>
                <a:endParaRPr lang="ko-KR" altLang="en-US" dirty="0"/>
              </a:p>
            </p:txBody>
          </p:sp>
          <p:sp>
            <p:nvSpPr>
              <p:cNvPr id="340" name="TextBox 339"/>
              <p:cNvSpPr txBox="1"/>
              <p:nvPr/>
            </p:nvSpPr>
            <p:spPr>
              <a:xfrm>
                <a:off x="4396940" y="6798769"/>
                <a:ext cx="2184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/>
                  <a:t>4</a:t>
                </a:r>
                <a:endParaRPr lang="ko-KR" altLang="en-US" dirty="0"/>
              </a:p>
            </p:txBody>
          </p:sp>
          <p:sp>
            <p:nvSpPr>
              <p:cNvPr id="341" name="TextBox 340"/>
              <p:cNvSpPr txBox="1"/>
              <p:nvPr/>
            </p:nvSpPr>
            <p:spPr>
              <a:xfrm>
                <a:off x="4087589" y="5089729"/>
                <a:ext cx="324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/>
                  <a:t>4</a:t>
                </a:r>
                <a:endParaRPr lang="ko-KR" altLang="en-US" dirty="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3152</TotalTime>
  <Words>192</Words>
  <Application>Microsoft Office PowerPoint</Application>
  <PresentationFormat>화면 슬라이드 쇼(4:3)</PresentationFormat>
  <Paragraphs>134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Company>LOCAL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OWNER</dc:creator>
  <cp:lastModifiedBy>user</cp:lastModifiedBy>
  <cp:revision>283</cp:revision>
  <cp:lastPrinted>2014-12-17T10:57:33Z</cp:lastPrinted>
  <dcterms:created xsi:type="dcterms:W3CDTF">2009-08-27T07:17:04Z</dcterms:created>
  <dcterms:modified xsi:type="dcterms:W3CDTF">2014-12-17T11:01:28Z</dcterms:modified>
</cp:coreProperties>
</file>