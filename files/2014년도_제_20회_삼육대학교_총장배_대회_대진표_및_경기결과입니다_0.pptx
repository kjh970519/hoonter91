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4604" autoAdjust="0"/>
  </p:normalViewPr>
  <p:slideViewPr>
    <p:cSldViewPr>
      <p:cViewPr>
        <p:scale>
          <a:sx n="100" d="100"/>
          <a:sy n="100" d="100"/>
        </p:scale>
        <p:origin x="-1236" y="2088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9"/>
            <a:ext cx="5829300" cy="196003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0C238-F6DB-48AE-89D2-05851B9713C6}" type="datetimeFigureOut">
              <a:rPr lang="ko-KR" altLang="en-US" smtClean="0"/>
              <a:pPr/>
              <a:t>2014-07-10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88A56-2A4B-4111-8C1C-9823093F552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0C238-F6DB-48AE-89D2-05851B9713C6}" type="datetimeFigureOut">
              <a:rPr lang="ko-KR" altLang="en-US" smtClean="0"/>
              <a:pPr/>
              <a:t>2014-07-10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88A56-2A4B-4111-8C1C-9823093F552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20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0C238-F6DB-48AE-89D2-05851B9713C6}" type="datetimeFigureOut">
              <a:rPr lang="ko-KR" altLang="en-US" smtClean="0"/>
              <a:pPr/>
              <a:t>2014-07-10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88A56-2A4B-4111-8C1C-9823093F552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342900" y="2133602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86150" y="2133602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0C238-F6DB-48AE-89D2-05851B9713C6}" type="datetimeFigureOut">
              <a:rPr lang="ko-KR" altLang="en-US" smtClean="0"/>
              <a:pPr/>
              <a:t>2014-07-10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88A56-2A4B-4111-8C1C-9823093F552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1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1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70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70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0C238-F6DB-48AE-89D2-05851B9713C6}" type="datetimeFigureOut">
              <a:rPr lang="ko-KR" altLang="en-US" smtClean="0"/>
              <a:pPr/>
              <a:t>2014-07-10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88A56-2A4B-4111-8C1C-9823093F552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0C238-F6DB-48AE-89D2-05851B9713C6}" type="datetimeFigureOut">
              <a:rPr lang="ko-KR" altLang="en-US" smtClean="0"/>
              <a:pPr/>
              <a:t>2014-07-10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88A56-2A4B-4111-8C1C-9823093F552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0C238-F6DB-48AE-89D2-05851B9713C6}" type="datetimeFigureOut">
              <a:rPr lang="ko-KR" altLang="en-US" smtClean="0"/>
              <a:pPr/>
              <a:t>2014-07-10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88A56-2A4B-4111-8C1C-9823093F552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1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8" y="364069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1" y="1913469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0C238-F6DB-48AE-89D2-05851B9713C6}" type="datetimeFigureOut">
              <a:rPr lang="ko-KR" altLang="en-US" smtClean="0"/>
              <a:pPr/>
              <a:t>2014-07-10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88A56-2A4B-4111-8C1C-9823093F552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1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2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0C238-F6DB-48AE-89D2-05851B9713C6}" type="datetimeFigureOut">
              <a:rPr lang="ko-KR" altLang="en-US" smtClean="0"/>
              <a:pPr/>
              <a:t>2014-07-10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88A56-2A4B-4111-8C1C-9823093F552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0C238-F6DB-48AE-89D2-05851B9713C6}" type="datetimeFigureOut">
              <a:rPr lang="ko-KR" altLang="en-US" smtClean="0"/>
              <a:pPr/>
              <a:t>2014-07-10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88A56-2A4B-4111-8C1C-9823093F552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4972050" y="366186"/>
            <a:ext cx="1543050" cy="7802033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342900" y="366186"/>
            <a:ext cx="4514850" cy="7802033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0C238-F6DB-48AE-89D2-05851B9713C6}" type="datetimeFigureOut">
              <a:rPr lang="ko-KR" altLang="en-US" smtClean="0"/>
              <a:pPr/>
              <a:t>2014-07-10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88A56-2A4B-4111-8C1C-9823093F552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2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6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60C238-F6DB-48AE-89D2-05851B9713C6}" type="datetimeFigureOut">
              <a:rPr lang="ko-KR" altLang="en-US" smtClean="0"/>
              <a:pPr/>
              <a:t>2014-07-10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6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6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B88A56-2A4B-4111-8C1C-9823093F552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 txBox="1">
            <a:spLocks/>
          </p:cNvSpPr>
          <p:nvPr/>
        </p:nvSpPr>
        <p:spPr>
          <a:xfrm>
            <a:off x="318339" y="827584"/>
            <a:ext cx="6172200" cy="1018373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eaLnBrk="0" hangingPunct="0">
              <a:defRPr/>
            </a:pPr>
            <a:r>
              <a:rPr kumimoji="0" lang="ko-KR" altLang="en-US" sz="2800" b="1" dirty="0" smtClean="0">
                <a:cs typeface="+mj-cs"/>
              </a:rPr>
              <a:t>제</a:t>
            </a:r>
            <a:r>
              <a:rPr kumimoji="0" lang="en-US" altLang="ko-KR" sz="2800" b="1" dirty="0">
                <a:cs typeface="+mj-cs"/>
              </a:rPr>
              <a:t> </a:t>
            </a:r>
            <a:r>
              <a:rPr kumimoji="0" lang="en-US" altLang="ko-KR" sz="2800" b="1" dirty="0" smtClean="0">
                <a:cs typeface="+mj-cs"/>
              </a:rPr>
              <a:t>20</a:t>
            </a:r>
            <a:r>
              <a:rPr kumimoji="0" lang="ko-KR" altLang="en-US" sz="2800" b="1" dirty="0" smtClean="0">
                <a:cs typeface="+mj-cs"/>
              </a:rPr>
              <a:t>회 </a:t>
            </a:r>
            <a:r>
              <a:rPr kumimoji="0" lang="ko-KR" altLang="en-US" sz="2800" b="1" dirty="0">
                <a:cs typeface="+mj-cs"/>
              </a:rPr>
              <a:t>삼육대학교 </a:t>
            </a:r>
            <a:r>
              <a:rPr kumimoji="0" lang="ko-KR" altLang="en-US" sz="2800" b="1" dirty="0" err="1">
                <a:cs typeface="+mj-cs"/>
              </a:rPr>
              <a:t>총장배</a:t>
            </a:r>
            <a:r>
              <a:rPr kumimoji="0" lang="ko-KR" altLang="en-US" sz="2800" b="1" dirty="0">
                <a:cs typeface="+mj-cs"/>
              </a:rPr>
              <a:t> 겸</a:t>
            </a:r>
            <a:r>
              <a:rPr kumimoji="0" lang="ko-KR" altLang="en-US" sz="1800" b="1" dirty="0">
                <a:cs typeface="+mj-cs"/>
              </a:rPr>
              <a:t> </a:t>
            </a:r>
            <a:br>
              <a:rPr kumimoji="0" lang="ko-KR" altLang="en-US" sz="1800" b="1" dirty="0">
                <a:cs typeface="+mj-cs"/>
              </a:rPr>
            </a:br>
            <a:r>
              <a:rPr kumimoji="0" lang="ko-KR" altLang="en-US" sz="1800" b="1" dirty="0" smtClean="0">
                <a:cs typeface="+mj-cs"/>
              </a:rPr>
              <a:t>제</a:t>
            </a:r>
            <a:r>
              <a:rPr kumimoji="0" lang="en-US" altLang="ko-KR" sz="1800" b="1" dirty="0">
                <a:cs typeface="+mj-cs"/>
              </a:rPr>
              <a:t> </a:t>
            </a:r>
            <a:r>
              <a:rPr kumimoji="0" lang="en-US" altLang="ko-KR" sz="1800" b="1" dirty="0" smtClean="0">
                <a:cs typeface="+mj-cs"/>
              </a:rPr>
              <a:t>29</a:t>
            </a:r>
            <a:r>
              <a:rPr kumimoji="0" lang="ko-KR" altLang="en-US" sz="1800" b="1" dirty="0" smtClean="0">
                <a:cs typeface="+mj-cs"/>
              </a:rPr>
              <a:t>회 </a:t>
            </a:r>
            <a:r>
              <a:rPr kumimoji="0" lang="ko-KR" altLang="en-US" sz="1800" b="1" dirty="0">
                <a:cs typeface="+mj-cs"/>
              </a:rPr>
              <a:t>서울특별시동아리농구연맹 </a:t>
            </a:r>
            <a:r>
              <a:rPr kumimoji="0" lang="ko-KR" altLang="en-US" sz="1800" b="1" dirty="0" err="1">
                <a:cs typeface="+mj-cs"/>
              </a:rPr>
              <a:t>회장배</a:t>
            </a:r>
            <a:r>
              <a:rPr kumimoji="0" lang="ko-KR" altLang="en-US" sz="1800" b="1" dirty="0">
                <a:cs typeface="+mj-cs"/>
              </a:rPr>
              <a:t> 전국 중</a:t>
            </a:r>
            <a:r>
              <a:rPr kumimoji="0" lang="en-US" altLang="ko-KR" sz="1800" b="1" dirty="0">
                <a:cs typeface="+mj-cs"/>
              </a:rPr>
              <a:t>·</a:t>
            </a:r>
            <a:r>
              <a:rPr kumimoji="0" lang="ko-KR" altLang="en-US" sz="1800" b="1" dirty="0">
                <a:cs typeface="+mj-cs"/>
              </a:rPr>
              <a:t>고 대회</a:t>
            </a:r>
            <a:br>
              <a:rPr kumimoji="0" lang="ko-KR" altLang="en-US" sz="1800" b="1" dirty="0">
                <a:cs typeface="+mj-cs"/>
              </a:rPr>
            </a:br>
            <a:r>
              <a:rPr kumimoji="0" lang="en-US" altLang="ko-KR" sz="1800" b="1" dirty="0" smtClean="0">
                <a:cs typeface="+mj-cs"/>
              </a:rPr>
              <a:t>-</a:t>
            </a:r>
            <a:r>
              <a:rPr kumimoji="0" lang="ko-KR" altLang="en-US" sz="1800" b="1" dirty="0">
                <a:cs typeface="+mj-cs"/>
              </a:rPr>
              <a:t> </a:t>
            </a:r>
            <a:r>
              <a:rPr kumimoji="0" lang="ko-KR" altLang="en-US" sz="1800" b="1" dirty="0" smtClean="0">
                <a:cs typeface="+mj-cs"/>
              </a:rPr>
              <a:t>중등부</a:t>
            </a:r>
            <a:r>
              <a:rPr kumimoji="0" lang="en-US" altLang="ko-KR" sz="1800" b="1" dirty="0">
                <a:cs typeface="+mj-cs"/>
              </a:rPr>
              <a:t>-</a:t>
            </a:r>
            <a:r>
              <a:rPr kumimoji="0" lang="en-US" altLang="ko-KR" sz="1800" dirty="0">
                <a:cs typeface="+mj-cs"/>
              </a:rPr>
              <a:t/>
            </a:r>
            <a:br>
              <a:rPr kumimoji="0" lang="en-US" altLang="ko-KR" sz="1800" dirty="0">
                <a:cs typeface="+mj-cs"/>
              </a:rPr>
            </a:br>
            <a:endParaRPr kumimoji="0" lang="ko-KR" altLang="en-US" sz="1800" dirty="0">
              <a:cs typeface="+mj-cs"/>
            </a:endParaRPr>
          </a:p>
        </p:txBody>
      </p:sp>
      <p:grpSp>
        <p:nvGrpSpPr>
          <p:cNvPr id="82" name="그룹 81"/>
          <p:cNvGrpSpPr/>
          <p:nvPr/>
        </p:nvGrpSpPr>
        <p:grpSpPr>
          <a:xfrm>
            <a:off x="4142920" y="2674645"/>
            <a:ext cx="1858243" cy="4964162"/>
            <a:chOff x="3717029" y="2848198"/>
            <a:chExt cx="2290294" cy="4964162"/>
          </a:xfrm>
        </p:grpSpPr>
        <p:grpSp>
          <p:nvGrpSpPr>
            <p:cNvPr id="29" name="그룹 28"/>
            <p:cNvGrpSpPr/>
            <p:nvPr/>
          </p:nvGrpSpPr>
          <p:grpSpPr>
            <a:xfrm>
              <a:off x="4434457" y="2848198"/>
              <a:ext cx="1572866" cy="4964162"/>
              <a:chOff x="4434457" y="2266851"/>
              <a:chExt cx="1572866" cy="3155130"/>
            </a:xfrm>
          </p:grpSpPr>
          <p:sp>
            <p:nvSpPr>
              <p:cNvPr id="22" name="직사각형 21"/>
              <p:cNvSpPr/>
              <p:nvPr/>
            </p:nvSpPr>
            <p:spPr bwMode="auto">
              <a:xfrm>
                <a:off x="4437112" y="2266851"/>
                <a:ext cx="1565275" cy="288925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kumimoji="0" lang="ko-KR" altLang="en-US" sz="2000" dirty="0" err="1" smtClean="0">
                    <a:solidFill>
                      <a:schemeClr val="tx1"/>
                    </a:solidFill>
                  </a:rPr>
                  <a:t>반포중</a:t>
                </a:r>
                <a:r>
                  <a:rPr kumimoji="0" lang="en-US" altLang="ko-KR" sz="2000" dirty="0" smtClean="0">
                    <a:solidFill>
                      <a:schemeClr val="tx1"/>
                    </a:solidFill>
                  </a:rPr>
                  <a:t>A</a:t>
                </a:r>
                <a:endParaRPr kumimoji="0" lang="en-US" altLang="ko-KR" sz="2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직사각형 22"/>
              <p:cNvSpPr/>
              <p:nvPr/>
            </p:nvSpPr>
            <p:spPr bwMode="auto">
              <a:xfrm>
                <a:off x="4437110" y="2743001"/>
                <a:ext cx="1565275" cy="288925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kumimoji="0" lang="ko-KR" altLang="en-US" sz="2000" dirty="0" smtClean="0">
                    <a:solidFill>
                      <a:schemeClr val="tx1"/>
                    </a:solidFill>
                  </a:rPr>
                  <a:t>월계중학</a:t>
                </a:r>
                <a:endParaRPr kumimoji="0" lang="en-US" altLang="ko-KR" sz="2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직사각형 23"/>
              <p:cNvSpPr/>
              <p:nvPr/>
            </p:nvSpPr>
            <p:spPr bwMode="auto">
              <a:xfrm>
                <a:off x="4442048" y="3218134"/>
                <a:ext cx="1565275" cy="288925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kumimoji="0" lang="ko-KR" altLang="en-US" sz="2000" dirty="0" err="1" smtClean="0">
                    <a:solidFill>
                      <a:schemeClr val="tx1"/>
                    </a:solidFill>
                  </a:rPr>
                  <a:t>이수중</a:t>
                </a:r>
                <a:r>
                  <a:rPr lang="en-US" altLang="ko-KR" sz="2000" dirty="0">
                    <a:solidFill>
                      <a:schemeClr val="tx1"/>
                    </a:solidFill>
                  </a:rPr>
                  <a:t>A</a:t>
                </a:r>
                <a:endParaRPr kumimoji="0" lang="en-US" altLang="ko-KR" sz="2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직사각형 24"/>
              <p:cNvSpPr/>
              <p:nvPr/>
            </p:nvSpPr>
            <p:spPr bwMode="auto">
              <a:xfrm>
                <a:off x="4434458" y="3694781"/>
                <a:ext cx="1565275" cy="288925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ko-KR" altLang="en-US" sz="2000" dirty="0" smtClean="0">
                    <a:solidFill>
                      <a:schemeClr val="tx1"/>
                    </a:solidFill>
                  </a:rPr>
                  <a:t>중랑중</a:t>
                </a:r>
                <a:r>
                  <a:rPr lang="ko-KR" altLang="en-US" sz="2000" dirty="0">
                    <a:solidFill>
                      <a:schemeClr val="tx1"/>
                    </a:solidFill>
                  </a:rPr>
                  <a:t>학</a:t>
                </a:r>
                <a:endParaRPr kumimoji="0" lang="en-US" altLang="ko-KR" sz="2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직사각형 25"/>
              <p:cNvSpPr/>
              <p:nvPr/>
            </p:nvSpPr>
            <p:spPr bwMode="auto">
              <a:xfrm>
                <a:off x="4434457" y="5133056"/>
                <a:ext cx="1565275" cy="288925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kumimoji="0" lang="ko-KR" altLang="en-US" sz="2000" dirty="0" smtClean="0">
                    <a:solidFill>
                      <a:schemeClr val="tx1"/>
                    </a:solidFill>
                  </a:rPr>
                  <a:t>상경중학</a:t>
                </a:r>
                <a:endParaRPr kumimoji="0" lang="en-US" altLang="ko-KR" sz="2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직사각형 26"/>
              <p:cNvSpPr/>
              <p:nvPr/>
            </p:nvSpPr>
            <p:spPr bwMode="auto">
              <a:xfrm>
                <a:off x="4442048" y="4174206"/>
                <a:ext cx="1565275" cy="288925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kumimoji="0" lang="ko-KR" altLang="en-US" sz="2000" dirty="0" err="1" smtClean="0">
                    <a:solidFill>
                      <a:schemeClr val="tx1"/>
                    </a:solidFill>
                  </a:rPr>
                  <a:t>삼육중</a:t>
                </a:r>
                <a:r>
                  <a:rPr kumimoji="0" lang="en-US" altLang="ko-KR" sz="2000" dirty="0" smtClean="0">
                    <a:solidFill>
                      <a:schemeClr val="tx1"/>
                    </a:solidFill>
                  </a:rPr>
                  <a:t>B</a:t>
                </a:r>
                <a:endParaRPr kumimoji="0" lang="en-US" altLang="ko-KR" sz="2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직사각형 27"/>
              <p:cNvSpPr/>
              <p:nvPr/>
            </p:nvSpPr>
            <p:spPr bwMode="auto">
              <a:xfrm>
                <a:off x="4442048" y="4653631"/>
                <a:ext cx="1565275" cy="288925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ko-KR" altLang="en-US" sz="2000" dirty="0" smtClean="0">
                    <a:solidFill>
                      <a:schemeClr val="tx1"/>
                    </a:solidFill>
                  </a:rPr>
                  <a:t>마장중</a:t>
                </a:r>
                <a:r>
                  <a:rPr lang="ko-KR" altLang="en-US" sz="2000" dirty="0">
                    <a:solidFill>
                      <a:schemeClr val="tx1"/>
                    </a:solidFill>
                  </a:rPr>
                  <a:t>학</a:t>
                </a:r>
                <a:endParaRPr kumimoji="0" lang="en-US" altLang="ko-KR" sz="20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5" name="그룹 38"/>
            <p:cNvGrpSpPr>
              <a:grpSpLocks/>
            </p:cNvGrpSpPr>
            <p:nvPr/>
          </p:nvGrpSpPr>
          <p:grpSpPr bwMode="auto">
            <a:xfrm rot="10800000">
              <a:off x="4077071" y="3075487"/>
              <a:ext cx="357381" cy="749155"/>
              <a:chOff x="2276872" y="2627784"/>
              <a:chExt cx="360363" cy="720725"/>
            </a:xfrm>
          </p:grpSpPr>
          <p:sp>
            <p:nvSpPr>
              <p:cNvPr id="36" name="Line 268"/>
              <p:cNvSpPr>
                <a:spLocks noChangeShapeType="1"/>
              </p:cNvSpPr>
              <p:nvPr/>
            </p:nvSpPr>
            <p:spPr bwMode="auto">
              <a:xfrm>
                <a:off x="2276872" y="2627784"/>
                <a:ext cx="36036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7" name="Line 269"/>
              <p:cNvSpPr>
                <a:spLocks noChangeShapeType="1"/>
              </p:cNvSpPr>
              <p:nvPr/>
            </p:nvSpPr>
            <p:spPr bwMode="auto">
              <a:xfrm>
                <a:off x="2637235" y="2627784"/>
                <a:ext cx="0" cy="7207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8" name="Line 270"/>
              <p:cNvSpPr>
                <a:spLocks noChangeShapeType="1"/>
              </p:cNvSpPr>
              <p:nvPr/>
            </p:nvSpPr>
            <p:spPr bwMode="auto">
              <a:xfrm flipH="1">
                <a:off x="2276872" y="3348509"/>
                <a:ext cx="36036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39" name="그룹 38"/>
            <p:cNvGrpSpPr>
              <a:grpSpLocks/>
            </p:cNvGrpSpPr>
            <p:nvPr/>
          </p:nvGrpSpPr>
          <p:grpSpPr bwMode="auto">
            <a:xfrm rot="10800000">
              <a:off x="4077071" y="4596370"/>
              <a:ext cx="357381" cy="749155"/>
              <a:chOff x="2276872" y="2627784"/>
              <a:chExt cx="360363" cy="720725"/>
            </a:xfrm>
          </p:grpSpPr>
          <p:sp>
            <p:nvSpPr>
              <p:cNvPr id="40" name="Line 268"/>
              <p:cNvSpPr>
                <a:spLocks noChangeShapeType="1"/>
              </p:cNvSpPr>
              <p:nvPr/>
            </p:nvSpPr>
            <p:spPr bwMode="auto">
              <a:xfrm>
                <a:off x="2276872" y="2627784"/>
                <a:ext cx="36036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1" name="Line 269"/>
              <p:cNvSpPr>
                <a:spLocks noChangeShapeType="1"/>
              </p:cNvSpPr>
              <p:nvPr/>
            </p:nvSpPr>
            <p:spPr bwMode="auto">
              <a:xfrm>
                <a:off x="2637235" y="2627784"/>
                <a:ext cx="0" cy="7207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2" name="Line 270"/>
              <p:cNvSpPr>
                <a:spLocks noChangeShapeType="1"/>
              </p:cNvSpPr>
              <p:nvPr/>
            </p:nvSpPr>
            <p:spPr bwMode="auto">
              <a:xfrm flipH="1">
                <a:off x="2276872" y="3348509"/>
                <a:ext cx="36036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43" name="그룹 42"/>
            <p:cNvGrpSpPr/>
            <p:nvPr/>
          </p:nvGrpSpPr>
          <p:grpSpPr>
            <a:xfrm rot="10800000">
              <a:off x="3717031" y="5963336"/>
              <a:ext cx="717417" cy="1591021"/>
              <a:chOff x="2071678" y="2279163"/>
              <a:chExt cx="576263" cy="1156174"/>
            </a:xfrm>
          </p:grpSpPr>
          <p:grpSp>
            <p:nvGrpSpPr>
              <p:cNvPr id="44" name="그룹 38"/>
              <p:cNvGrpSpPr>
                <a:grpSpLocks/>
              </p:cNvGrpSpPr>
              <p:nvPr/>
            </p:nvGrpSpPr>
            <p:grpSpPr bwMode="auto">
              <a:xfrm>
                <a:off x="2071678" y="2714612"/>
                <a:ext cx="288925" cy="720725"/>
                <a:chOff x="2276872" y="2627784"/>
                <a:chExt cx="360363" cy="720725"/>
              </a:xfrm>
            </p:grpSpPr>
            <p:sp>
              <p:nvSpPr>
                <p:cNvPr id="49" name="Line 268"/>
                <p:cNvSpPr>
                  <a:spLocks noChangeShapeType="1"/>
                </p:cNvSpPr>
                <p:nvPr/>
              </p:nvSpPr>
              <p:spPr bwMode="auto">
                <a:xfrm>
                  <a:off x="2276872" y="2627784"/>
                  <a:ext cx="360363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50" name="Line 269"/>
                <p:cNvSpPr>
                  <a:spLocks noChangeShapeType="1"/>
                </p:cNvSpPr>
                <p:nvPr/>
              </p:nvSpPr>
              <p:spPr bwMode="auto">
                <a:xfrm>
                  <a:off x="2637235" y="2627784"/>
                  <a:ext cx="0" cy="72072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51" name="Line 270"/>
                <p:cNvSpPr>
                  <a:spLocks noChangeShapeType="1"/>
                </p:cNvSpPr>
                <p:nvPr/>
              </p:nvSpPr>
              <p:spPr bwMode="auto">
                <a:xfrm flipH="1">
                  <a:off x="2276872" y="3348509"/>
                  <a:ext cx="360363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45" name="그룹 44"/>
              <p:cNvGrpSpPr>
                <a:grpSpLocks/>
              </p:cNvGrpSpPr>
              <p:nvPr/>
            </p:nvGrpSpPr>
            <p:grpSpPr bwMode="auto">
              <a:xfrm>
                <a:off x="2071678" y="2279163"/>
                <a:ext cx="576263" cy="720080"/>
                <a:chOff x="2132856" y="2555776"/>
                <a:chExt cx="576064" cy="720080"/>
              </a:xfrm>
            </p:grpSpPr>
            <p:sp>
              <p:nvSpPr>
                <p:cNvPr id="46" name="Line 268"/>
                <p:cNvSpPr>
                  <a:spLocks noChangeShapeType="1"/>
                </p:cNvSpPr>
                <p:nvPr/>
              </p:nvSpPr>
              <p:spPr bwMode="auto">
                <a:xfrm>
                  <a:off x="2132856" y="2555776"/>
                  <a:ext cx="576064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47" name="Line 269"/>
                <p:cNvSpPr>
                  <a:spLocks noChangeShapeType="1"/>
                </p:cNvSpPr>
                <p:nvPr/>
              </p:nvSpPr>
              <p:spPr bwMode="auto">
                <a:xfrm>
                  <a:off x="2708920" y="2555776"/>
                  <a:ext cx="0" cy="72008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48" name="Line 270"/>
                <p:cNvSpPr>
                  <a:spLocks noChangeShapeType="1"/>
                </p:cNvSpPr>
                <p:nvPr/>
              </p:nvSpPr>
              <p:spPr bwMode="auto">
                <a:xfrm flipH="1">
                  <a:off x="2420888" y="3275856"/>
                  <a:ext cx="288032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</p:grpSp>
        <p:grpSp>
          <p:nvGrpSpPr>
            <p:cNvPr id="52" name="그룹 51"/>
            <p:cNvGrpSpPr>
              <a:grpSpLocks/>
            </p:cNvGrpSpPr>
            <p:nvPr/>
          </p:nvGrpSpPr>
          <p:grpSpPr bwMode="auto">
            <a:xfrm rot="10800000">
              <a:off x="3717029" y="3450065"/>
              <a:ext cx="357381" cy="1520882"/>
              <a:chOff x="2276872" y="2627784"/>
              <a:chExt cx="360363" cy="720725"/>
            </a:xfrm>
          </p:grpSpPr>
          <p:sp>
            <p:nvSpPr>
              <p:cNvPr id="53" name="Line 268"/>
              <p:cNvSpPr>
                <a:spLocks noChangeShapeType="1"/>
              </p:cNvSpPr>
              <p:nvPr/>
            </p:nvSpPr>
            <p:spPr bwMode="auto">
              <a:xfrm>
                <a:off x="2276872" y="2627784"/>
                <a:ext cx="36036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4" name="Line 269"/>
              <p:cNvSpPr>
                <a:spLocks noChangeShapeType="1"/>
              </p:cNvSpPr>
              <p:nvPr/>
            </p:nvSpPr>
            <p:spPr bwMode="auto">
              <a:xfrm>
                <a:off x="2637235" y="2627784"/>
                <a:ext cx="0" cy="7207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5" name="Line 270"/>
              <p:cNvSpPr>
                <a:spLocks noChangeShapeType="1"/>
              </p:cNvSpPr>
              <p:nvPr/>
            </p:nvSpPr>
            <p:spPr bwMode="auto">
              <a:xfrm flipH="1">
                <a:off x="2276872" y="3348509"/>
                <a:ext cx="36036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</p:grpSp>
      <p:grpSp>
        <p:nvGrpSpPr>
          <p:cNvPr id="30" name="그룹 29"/>
          <p:cNvGrpSpPr/>
          <p:nvPr/>
        </p:nvGrpSpPr>
        <p:grpSpPr>
          <a:xfrm>
            <a:off x="577500" y="3052905"/>
            <a:ext cx="1916011" cy="4447434"/>
            <a:chOff x="577499" y="3106927"/>
            <a:chExt cx="2274721" cy="4447434"/>
          </a:xfrm>
        </p:grpSpPr>
        <p:grpSp>
          <p:nvGrpSpPr>
            <p:cNvPr id="6" name="그룹 5"/>
            <p:cNvGrpSpPr/>
            <p:nvPr/>
          </p:nvGrpSpPr>
          <p:grpSpPr>
            <a:xfrm>
              <a:off x="577499" y="3106927"/>
              <a:ext cx="1574156" cy="4447434"/>
              <a:chOff x="586380" y="2555776"/>
              <a:chExt cx="1574156" cy="2727523"/>
            </a:xfrm>
          </p:grpSpPr>
          <p:sp>
            <p:nvSpPr>
              <p:cNvPr id="16" name="직사각형 21"/>
              <p:cNvSpPr/>
              <p:nvPr/>
            </p:nvSpPr>
            <p:spPr bwMode="auto">
              <a:xfrm>
                <a:off x="595261" y="2555776"/>
                <a:ext cx="1565275" cy="288925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kumimoji="0" lang="ko-KR" altLang="en-US" sz="2000" dirty="0" err="1" smtClean="0">
                    <a:solidFill>
                      <a:schemeClr val="tx1"/>
                    </a:solidFill>
                  </a:rPr>
                  <a:t>노곡중학</a:t>
                </a:r>
                <a:endParaRPr kumimoji="0" lang="en-US" altLang="ko-KR" sz="2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직사각형 21"/>
              <p:cNvSpPr/>
              <p:nvPr/>
            </p:nvSpPr>
            <p:spPr bwMode="auto">
              <a:xfrm>
                <a:off x="586382" y="3044527"/>
                <a:ext cx="1565275" cy="288925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kumimoji="0" lang="ko-KR" altLang="en-US" sz="2000" dirty="0" err="1" smtClean="0">
                    <a:solidFill>
                      <a:schemeClr val="tx1"/>
                    </a:solidFill>
                  </a:rPr>
                  <a:t>삼육중</a:t>
                </a:r>
                <a:r>
                  <a:rPr kumimoji="0" lang="en-US" altLang="ko-KR" sz="2000" dirty="0" smtClean="0">
                    <a:solidFill>
                      <a:schemeClr val="tx1"/>
                    </a:solidFill>
                  </a:rPr>
                  <a:t>A</a:t>
                </a:r>
                <a:endParaRPr kumimoji="0" lang="en-US" altLang="ko-KR" sz="2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직사각형 21"/>
              <p:cNvSpPr/>
              <p:nvPr/>
            </p:nvSpPr>
            <p:spPr bwMode="auto">
              <a:xfrm>
                <a:off x="586382" y="3523952"/>
                <a:ext cx="1565275" cy="288925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ko-KR" altLang="en-US" sz="2000" dirty="0" err="1" smtClean="0">
                    <a:solidFill>
                      <a:schemeClr val="tx1"/>
                    </a:solidFill>
                  </a:rPr>
                  <a:t>반</a:t>
                </a:r>
                <a:r>
                  <a:rPr lang="ko-KR" altLang="en-US" sz="2000" dirty="0" err="1">
                    <a:solidFill>
                      <a:schemeClr val="tx1"/>
                    </a:solidFill>
                  </a:rPr>
                  <a:t>포</a:t>
                </a:r>
                <a:r>
                  <a:rPr lang="ko-KR" altLang="en-US" sz="2000" dirty="0" err="1" smtClean="0">
                    <a:solidFill>
                      <a:schemeClr val="tx1"/>
                    </a:solidFill>
                  </a:rPr>
                  <a:t>중</a:t>
                </a:r>
                <a:r>
                  <a:rPr lang="en-US" altLang="ko-KR" sz="2000" dirty="0">
                    <a:solidFill>
                      <a:schemeClr val="tx1"/>
                    </a:solidFill>
                  </a:rPr>
                  <a:t>B</a:t>
                </a:r>
                <a:endParaRPr kumimoji="0" lang="en-US" altLang="ko-KR" sz="2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직사각형 21"/>
              <p:cNvSpPr/>
              <p:nvPr/>
            </p:nvSpPr>
            <p:spPr bwMode="auto">
              <a:xfrm>
                <a:off x="595260" y="4018632"/>
                <a:ext cx="1565275" cy="288925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ko-KR" altLang="en-US" sz="2000" dirty="0" smtClean="0">
                    <a:solidFill>
                      <a:schemeClr val="tx1"/>
                    </a:solidFill>
                  </a:rPr>
                  <a:t>서울국</a:t>
                </a:r>
                <a:r>
                  <a:rPr lang="ko-KR" altLang="en-US" sz="2000" dirty="0">
                    <a:solidFill>
                      <a:schemeClr val="tx1"/>
                    </a:solidFill>
                  </a:rPr>
                  <a:t>제</a:t>
                </a:r>
                <a:endParaRPr kumimoji="0" lang="en-US" altLang="ko-KR" sz="2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직사각형 21"/>
              <p:cNvSpPr/>
              <p:nvPr/>
            </p:nvSpPr>
            <p:spPr bwMode="auto">
              <a:xfrm>
                <a:off x="586381" y="4513312"/>
                <a:ext cx="1565275" cy="288925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ko-KR" altLang="en-US" sz="2000" dirty="0" err="1" smtClean="0">
                    <a:solidFill>
                      <a:schemeClr val="tx1"/>
                    </a:solidFill>
                  </a:rPr>
                  <a:t>이</a:t>
                </a:r>
                <a:r>
                  <a:rPr lang="ko-KR" altLang="en-US" sz="2000" dirty="0" err="1">
                    <a:solidFill>
                      <a:schemeClr val="tx1"/>
                    </a:solidFill>
                  </a:rPr>
                  <a:t>수</a:t>
                </a:r>
                <a:r>
                  <a:rPr kumimoji="0" lang="ko-KR" altLang="en-US" sz="2000" dirty="0" err="1" smtClean="0">
                    <a:solidFill>
                      <a:schemeClr val="tx1"/>
                    </a:solidFill>
                  </a:rPr>
                  <a:t>중</a:t>
                </a:r>
                <a:r>
                  <a:rPr kumimoji="0" lang="en-US" altLang="ko-KR" sz="2000" dirty="0" smtClean="0">
                    <a:solidFill>
                      <a:schemeClr val="tx1"/>
                    </a:solidFill>
                  </a:rPr>
                  <a:t>B</a:t>
                </a:r>
                <a:endParaRPr kumimoji="0" lang="en-US" altLang="ko-KR" sz="2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직사각형 21"/>
              <p:cNvSpPr/>
              <p:nvPr/>
            </p:nvSpPr>
            <p:spPr bwMode="auto">
              <a:xfrm>
                <a:off x="586380" y="4994374"/>
                <a:ext cx="1565275" cy="288925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ko-KR" altLang="en-US" sz="2000" dirty="0" err="1" smtClean="0">
                    <a:solidFill>
                      <a:schemeClr val="tx1"/>
                    </a:solidFill>
                  </a:rPr>
                  <a:t>신방학</a:t>
                </a:r>
                <a:r>
                  <a:rPr lang="ko-KR" altLang="en-US" sz="2000" dirty="0" err="1">
                    <a:solidFill>
                      <a:schemeClr val="tx1"/>
                    </a:solidFill>
                  </a:rPr>
                  <a:t>중</a:t>
                </a:r>
                <a:endParaRPr kumimoji="0" lang="en-US" altLang="ko-KR" sz="20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5" name="그룹 64"/>
            <p:cNvGrpSpPr/>
            <p:nvPr/>
          </p:nvGrpSpPr>
          <p:grpSpPr>
            <a:xfrm>
              <a:off x="2134802" y="3414995"/>
              <a:ext cx="717417" cy="1591021"/>
              <a:chOff x="2071678" y="2279163"/>
              <a:chExt cx="576263" cy="1156174"/>
            </a:xfrm>
          </p:grpSpPr>
          <p:grpSp>
            <p:nvGrpSpPr>
              <p:cNvPr id="66" name="그룹 38"/>
              <p:cNvGrpSpPr>
                <a:grpSpLocks/>
              </p:cNvGrpSpPr>
              <p:nvPr/>
            </p:nvGrpSpPr>
            <p:grpSpPr bwMode="auto">
              <a:xfrm>
                <a:off x="2071678" y="2714612"/>
                <a:ext cx="288925" cy="720725"/>
                <a:chOff x="2276872" y="2627784"/>
                <a:chExt cx="360363" cy="720725"/>
              </a:xfrm>
            </p:grpSpPr>
            <p:sp>
              <p:nvSpPr>
                <p:cNvPr id="71" name="Line 268"/>
                <p:cNvSpPr>
                  <a:spLocks noChangeShapeType="1"/>
                </p:cNvSpPr>
                <p:nvPr/>
              </p:nvSpPr>
              <p:spPr bwMode="auto">
                <a:xfrm>
                  <a:off x="2276872" y="2627784"/>
                  <a:ext cx="360363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72" name="Line 269"/>
                <p:cNvSpPr>
                  <a:spLocks noChangeShapeType="1"/>
                </p:cNvSpPr>
                <p:nvPr/>
              </p:nvSpPr>
              <p:spPr bwMode="auto">
                <a:xfrm>
                  <a:off x="2637235" y="2627784"/>
                  <a:ext cx="0" cy="72072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73" name="Line 270"/>
                <p:cNvSpPr>
                  <a:spLocks noChangeShapeType="1"/>
                </p:cNvSpPr>
                <p:nvPr/>
              </p:nvSpPr>
              <p:spPr bwMode="auto">
                <a:xfrm flipH="1">
                  <a:off x="2276872" y="3348509"/>
                  <a:ext cx="360363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67" name="그룹 66"/>
              <p:cNvGrpSpPr>
                <a:grpSpLocks/>
              </p:cNvGrpSpPr>
              <p:nvPr/>
            </p:nvGrpSpPr>
            <p:grpSpPr bwMode="auto">
              <a:xfrm>
                <a:off x="2071678" y="2279163"/>
                <a:ext cx="576263" cy="720080"/>
                <a:chOff x="2132856" y="2555776"/>
                <a:chExt cx="576064" cy="720080"/>
              </a:xfrm>
            </p:grpSpPr>
            <p:sp>
              <p:nvSpPr>
                <p:cNvPr id="68" name="Line 268"/>
                <p:cNvSpPr>
                  <a:spLocks noChangeShapeType="1"/>
                </p:cNvSpPr>
                <p:nvPr/>
              </p:nvSpPr>
              <p:spPr bwMode="auto">
                <a:xfrm>
                  <a:off x="2132856" y="2555776"/>
                  <a:ext cx="576064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69" name="Line 269"/>
                <p:cNvSpPr>
                  <a:spLocks noChangeShapeType="1"/>
                </p:cNvSpPr>
                <p:nvPr/>
              </p:nvSpPr>
              <p:spPr bwMode="auto">
                <a:xfrm>
                  <a:off x="2708920" y="2555776"/>
                  <a:ext cx="0" cy="72008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70" name="Line 270"/>
                <p:cNvSpPr>
                  <a:spLocks noChangeShapeType="1"/>
                </p:cNvSpPr>
                <p:nvPr/>
              </p:nvSpPr>
              <p:spPr bwMode="auto">
                <a:xfrm flipH="1">
                  <a:off x="2420888" y="3275856"/>
                  <a:ext cx="288032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</p:grpSp>
        <p:grpSp>
          <p:nvGrpSpPr>
            <p:cNvPr id="74" name="그룹 73"/>
            <p:cNvGrpSpPr/>
            <p:nvPr/>
          </p:nvGrpSpPr>
          <p:grpSpPr>
            <a:xfrm>
              <a:off x="2151656" y="5641057"/>
              <a:ext cx="700564" cy="1523231"/>
              <a:chOff x="1714488" y="4221631"/>
              <a:chExt cx="576263" cy="1070449"/>
            </a:xfrm>
          </p:grpSpPr>
          <p:grpSp>
            <p:nvGrpSpPr>
              <p:cNvPr id="75" name="그룹 38"/>
              <p:cNvGrpSpPr>
                <a:grpSpLocks/>
              </p:cNvGrpSpPr>
              <p:nvPr/>
            </p:nvGrpSpPr>
            <p:grpSpPr bwMode="auto">
              <a:xfrm>
                <a:off x="1714488" y="4221631"/>
                <a:ext cx="288925" cy="720725"/>
                <a:chOff x="2276872" y="2627784"/>
                <a:chExt cx="360363" cy="720725"/>
              </a:xfrm>
            </p:grpSpPr>
            <p:sp>
              <p:nvSpPr>
                <p:cNvPr id="79" name="Line 268"/>
                <p:cNvSpPr>
                  <a:spLocks noChangeShapeType="1"/>
                </p:cNvSpPr>
                <p:nvPr/>
              </p:nvSpPr>
              <p:spPr bwMode="auto">
                <a:xfrm>
                  <a:off x="2276872" y="2627784"/>
                  <a:ext cx="360363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80" name="Line 269"/>
                <p:cNvSpPr>
                  <a:spLocks noChangeShapeType="1"/>
                </p:cNvSpPr>
                <p:nvPr/>
              </p:nvSpPr>
              <p:spPr bwMode="auto">
                <a:xfrm>
                  <a:off x="2637235" y="2627784"/>
                  <a:ext cx="0" cy="72072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81" name="Line 270"/>
                <p:cNvSpPr>
                  <a:spLocks noChangeShapeType="1"/>
                </p:cNvSpPr>
                <p:nvPr/>
              </p:nvSpPr>
              <p:spPr bwMode="auto">
                <a:xfrm flipH="1">
                  <a:off x="2276872" y="3348509"/>
                  <a:ext cx="360363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sp>
            <p:nvSpPr>
              <p:cNvPr id="76" name="Line 268"/>
              <p:cNvSpPr>
                <a:spLocks noChangeShapeType="1"/>
              </p:cNvSpPr>
              <p:nvPr/>
            </p:nvSpPr>
            <p:spPr bwMode="auto">
              <a:xfrm>
                <a:off x="1714488" y="5286380"/>
                <a:ext cx="57626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77" name="Line 269"/>
              <p:cNvSpPr>
                <a:spLocks noChangeShapeType="1"/>
              </p:cNvSpPr>
              <p:nvPr/>
            </p:nvSpPr>
            <p:spPr bwMode="auto">
              <a:xfrm>
                <a:off x="2285992" y="4572000"/>
                <a:ext cx="0" cy="7200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78" name="Line 270"/>
              <p:cNvSpPr>
                <a:spLocks noChangeShapeType="1"/>
              </p:cNvSpPr>
              <p:nvPr/>
            </p:nvSpPr>
            <p:spPr bwMode="auto">
              <a:xfrm flipH="1">
                <a:off x="2000240" y="4572000"/>
                <a:ext cx="28813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</p:grpSp>
      <p:grpSp>
        <p:nvGrpSpPr>
          <p:cNvPr id="84" name="그룹 38"/>
          <p:cNvGrpSpPr>
            <a:grpSpLocks/>
          </p:cNvGrpSpPr>
          <p:nvPr/>
        </p:nvGrpSpPr>
        <p:grpSpPr bwMode="auto">
          <a:xfrm>
            <a:off x="2493511" y="3870162"/>
            <a:ext cx="288925" cy="2796475"/>
            <a:chOff x="2276872" y="2627784"/>
            <a:chExt cx="360363" cy="720725"/>
          </a:xfrm>
        </p:grpSpPr>
        <p:sp>
          <p:nvSpPr>
            <p:cNvPr id="85" name="Line 268"/>
            <p:cNvSpPr>
              <a:spLocks noChangeShapeType="1"/>
            </p:cNvSpPr>
            <p:nvPr/>
          </p:nvSpPr>
          <p:spPr bwMode="auto">
            <a:xfrm>
              <a:off x="2276872" y="2627784"/>
              <a:ext cx="3603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6" name="Line 269"/>
            <p:cNvSpPr>
              <a:spLocks noChangeShapeType="1"/>
            </p:cNvSpPr>
            <p:nvPr/>
          </p:nvSpPr>
          <p:spPr bwMode="auto">
            <a:xfrm>
              <a:off x="2637235" y="2627784"/>
              <a:ext cx="0" cy="7207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7" name="Line 270"/>
            <p:cNvSpPr>
              <a:spLocks noChangeShapeType="1"/>
            </p:cNvSpPr>
            <p:nvPr/>
          </p:nvSpPr>
          <p:spPr bwMode="auto">
            <a:xfrm flipH="1">
              <a:off x="2276872" y="3348509"/>
              <a:ext cx="3603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88" name="그룹 38"/>
          <p:cNvGrpSpPr>
            <a:grpSpLocks/>
          </p:cNvGrpSpPr>
          <p:nvPr/>
        </p:nvGrpSpPr>
        <p:grpSpPr bwMode="auto">
          <a:xfrm rot="10800000">
            <a:off x="3841421" y="3878385"/>
            <a:ext cx="288925" cy="2796475"/>
            <a:chOff x="2276872" y="2627784"/>
            <a:chExt cx="360363" cy="720725"/>
          </a:xfrm>
        </p:grpSpPr>
        <p:sp>
          <p:nvSpPr>
            <p:cNvPr id="89" name="Line 268"/>
            <p:cNvSpPr>
              <a:spLocks noChangeShapeType="1"/>
            </p:cNvSpPr>
            <p:nvPr/>
          </p:nvSpPr>
          <p:spPr bwMode="auto">
            <a:xfrm>
              <a:off x="2276872" y="2627784"/>
              <a:ext cx="3603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0" name="Line 269"/>
            <p:cNvSpPr>
              <a:spLocks noChangeShapeType="1"/>
            </p:cNvSpPr>
            <p:nvPr/>
          </p:nvSpPr>
          <p:spPr bwMode="auto">
            <a:xfrm>
              <a:off x="2637235" y="2627784"/>
              <a:ext cx="0" cy="7207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1" name="Line 270"/>
            <p:cNvSpPr>
              <a:spLocks noChangeShapeType="1"/>
            </p:cNvSpPr>
            <p:nvPr/>
          </p:nvSpPr>
          <p:spPr bwMode="auto">
            <a:xfrm flipH="1">
              <a:off x="2276872" y="3348509"/>
              <a:ext cx="3603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92" name="그룹 91"/>
          <p:cNvGrpSpPr/>
          <p:nvPr/>
        </p:nvGrpSpPr>
        <p:grpSpPr>
          <a:xfrm>
            <a:off x="2780337" y="4566574"/>
            <a:ext cx="1046260" cy="1571636"/>
            <a:chOff x="2928934" y="3286116"/>
            <a:chExt cx="1235264" cy="3123383"/>
          </a:xfrm>
        </p:grpSpPr>
        <p:sp>
          <p:nvSpPr>
            <p:cNvPr id="93" name="Line 331"/>
            <p:cNvSpPr>
              <a:spLocks noChangeShapeType="1"/>
            </p:cNvSpPr>
            <p:nvPr/>
          </p:nvSpPr>
          <p:spPr bwMode="auto">
            <a:xfrm flipV="1">
              <a:off x="2928934" y="4857752"/>
              <a:ext cx="37800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4" name="직사각형 93"/>
            <p:cNvSpPr/>
            <p:nvPr/>
          </p:nvSpPr>
          <p:spPr bwMode="auto">
            <a:xfrm>
              <a:off x="3286124" y="3286116"/>
              <a:ext cx="490587" cy="3123383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95" name="Line 331"/>
            <p:cNvSpPr>
              <a:spLocks noChangeShapeType="1"/>
            </p:cNvSpPr>
            <p:nvPr/>
          </p:nvSpPr>
          <p:spPr bwMode="auto">
            <a:xfrm flipV="1">
              <a:off x="3786190" y="4857752"/>
              <a:ext cx="37800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83" name="타원 82"/>
          <p:cNvSpPr/>
          <p:nvPr/>
        </p:nvSpPr>
        <p:spPr bwMode="auto">
          <a:xfrm>
            <a:off x="1770650" y="4331523"/>
            <a:ext cx="428628" cy="357190"/>
          </a:xfrm>
          <a:prstGeom prst="ellipse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/>
          </a:p>
        </p:txBody>
      </p:sp>
      <p:sp>
        <p:nvSpPr>
          <p:cNvPr id="96" name="타원 95"/>
          <p:cNvSpPr/>
          <p:nvPr/>
        </p:nvSpPr>
        <p:spPr bwMode="auto">
          <a:xfrm>
            <a:off x="1749639" y="5963339"/>
            <a:ext cx="428628" cy="357190"/>
          </a:xfrm>
          <a:prstGeom prst="ellipse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/>
          </a:p>
        </p:txBody>
      </p:sp>
      <p:sp>
        <p:nvSpPr>
          <p:cNvPr id="100" name="직사각형 99"/>
          <p:cNvSpPr/>
          <p:nvPr/>
        </p:nvSpPr>
        <p:spPr bwMode="auto">
          <a:xfrm>
            <a:off x="2157639" y="3601629"/>
            <a:ext cx="314326" cy="227012"/>
          </a:xfrm>
          <a:prstGeom prst="rect">
            <a:avLst/>
          </a:prstGeom>
          <a:solidFill>
            <a:srgbClr val="FF0000">
              <a:alpha val="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01" name="직사각형 100"/>
          <p:cNvSpPr/>
          <p:nvPr/>
        </p:nvSpPr>
        <p:spPr bwMode="auto">
          <a:xfrm>
            <a:off x="2157639" y="6674861"/>
            <a:ext cx="314326" cy="227012"/>
          </a:xfrm>
          <a:prstGeom prst="rect">
            <a:avLst/>
          </a:prstGeom>
          <a:solidFill>
            <a:srgbClr val="FF0000">
              <a:alpha val="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02" name="직사각형 101"/>
          <p:cNvSpPr/>
          <p:nvPr/>
        </p:nvSpPr>
        <p:spPr bwMode="auto">
          <a:xfrm>
            <a:off x="4146850" y="3715135"/>
            <a:ext cx="314326" cy="227012"/>
          </a:xfrm>
          <a:prstGeom prst="rect">
            <a:avLst/>
          </a:prstGeom>
          <a:solidFill>
            <a:srgbClr val="FF0000">
              <a:alpha val="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03" name="직사각형 102"/>
          <p:cNvSpPr/>
          <p:nvPr/>
        </p:nvSpPr>
        <p:spPr bwMode="auto">
          <a:xfrm>
            <a:off x="4183567" y="6781580"/>
            <a:ext cx="314326" cy="227012"/>
          </a:xfrm>
          <a:prstGeom prst="rect">
            <a:avLst/>
          </a:prstGeom>
          <a:solidFill>
            <a:srgbClr val="FF0000">
              <a:alpha val="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04" name="정오각형 103"/>
          <p:cNvSpPr/>
          <p:nvPr/>
        </p:nvSpPr>
        <p:spPr bwMode="auto">
          <a:xfrm>
            <a:off x="2422073" y="5132738"/>
            <a:ext cx="360363" cy="360362"/>
          </a:xfrm>
          <a:prstGeom prst="pentagon">
            <a:avLst/>
          </a:prstGeom>
          <a:solidFill>
            <a:schemeClr val="accent1">
              <a:alpha val="0"/>
            </a:schemeClr>
          </a:solidFill>
          <a:ln>
            <a:solidFill>
              <a:srgbClr val="FF66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05" name="정오각형 104"/>
          <p:cNvSpPr/>
          <p:nvPr/>
        </p:nvSpPr>
        <p:spPr bwMode="auto">
          <a:xfrm>
            <a:off x="3880354" y="5133812"/>
            <a:ext cx="360363" cy="360362"/>
          </a:xfrm>
          <a:prstGeom prst="pentagon">
            <a:avLst/>
          </a:prstGeom>
          <a:solidFill>
            <a:schemeClr val="accent1">
              <a:alpha val="0"/>
            </a:schemeClr>
          </a:solidFill>
          <a:ln>
            <a:solidFill>
              <a:srgbClr val="FF66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06" name="정오각형 105"/>
          <p:cNvSpPr/>
          <p:nvPr/>
        </p:nvSpPr>
        <p:spPr bwMode="auto">
          <a:xfrm>
            <a:off x="3100507" y="5157601"/>
            <a:ext cx="360363" cy="360362"/>
          </a:xfrm>
          <a:prstGeom prst="pentagon">
            <a:avLst/>
          </a:prstGeom>
          <a:solidFill>
            <a:schemeClr val="accent1">
              <a:alpha val="0"/>
            </a:schemeClr>
          </a:solidFill>
          <a:ln>
            <a:solidFill>
              <a:srgbClr val="FF66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" name="TextBox 1"/>
          <p:cNvSpPr txBox="1"/>
          <p:nvPr/>
        </p:nvSpPr>
        <p:spPr>
          <a:xfrm>
            <a:off x="1864707" y="4339148"/>
            <a:ext cx="2748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826530" y="5978933"/>
            <a:ext cx="2748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2206281" y="3542888"/>
            <a:ext cx="215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5</a:t>
            </a:r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206759" y="6596913"/>
            <a:ext cx="223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6</a:t>
            </a:r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4173531" y="3651089"/>
            <a:ext cx="2493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7</a:t>
            </a:r>
            <a:endParaRPr lang="ko-KR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4183567" y="6674861"/>
            <a:ext cx="302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8</a:t>
            </a:r>
            <a:endParaRPr lang="ko-KR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448125" y="5173047"/>
            <a:ext cx="279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1</a:t>
            </a:r>
            <a:endParaRPr lang="ko-KR" alt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3117244" y="5191214"/>
            <a:ext cx="1914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5</a:t>
            </a:r>
            <a:endParaRPr lang="ko-KR" altLang="en-US" dirty="0"/>
          </a:p>
        </p:txBody>
      </p:sp>
      <p:sp>
        <p:nvSpPr>
          <p:cNvPr id="107" name="타원 106"/>
          <p:cNvSpPr/>
          <p:nvPr/>
        </p:nvSpPr>
        <p:spPr bwMode="auto">
          <a:xfrm>
            <a:off x="1127708" y="1882182"/>
            <a:ext cx="428628" cy="357190"/>
          </a:xfrm>
          <a:prstGeom prst="ellipse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/>
          </a:p>
        </p:txBody>
      </p:sp>
      <p:sp>
        <p:nvSpPr>
          <p:cNvPr id="108" name="직사각형 107"/>
          <p:cNvSpPr/>
          <p:nvPr/>
        </p:nvSpPr>
        <p:spPr bwMode="auto">
          <a:xfrm>
            <a:off x="3212975" y="1947271"/>
            <a:ext cx="314326" cy="227012"/>
          </a:xfrm>
          <a:prstGeom prst="rect">
            <a:avLst/>
          </a:prstGeom>
          <a:solidFill>
            <a:srgbClr val="FF0000">
              <a:alpha val="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10" name="정오각형 109"/>
          <p:cNvSpPr/>
          <p:nvPr/>
        </p:nvSpPr>
        <p:spPr bwMode="auto">
          <a:xfrm>
            <a:off x="4402524" y="1843392"/>
            <a:ext cx="360363" cy="360362"/>
          </a:xfrm>
          <a:prstGeom prst="pentagon">
            <a:avLst/>
          </a:prstGeom>
          <a:solidFill>
            <a:schemeClr val="accent1">
              <a:alpha val="0"/>
            </a:schemeClr>
          </a:solidFill>
          <a:ln>
            <a:solidFill>
              <a:srgbClr val="FF66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1" name="TextBox 30"/>
          <p:cNvSpPr txBox="1"/>
          <p:nvPr/>
        </p:nvSpPr>
        <p:spPr>
          <a:xfrm>
            <a:off x="826502" y="2239372"/>
            <a:ext cx="5164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   </a:t>
            </a:r>
            <a:endParaRPr lang="ko-KR" alt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860435" y="2264549"/>
            <a:ext cx="4896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   11</a:t>
            </a:r>
            <a:r>
              <a:rPr lang="ko-KR" altLang="en-US" dirty="0" smtClean="0"/>
              <a:t>일      </a:t>
            </a:r>
            <a:r>
              <a:rPr lang="en-US" altLang="ko-KR" dirty="0" smtClean="0"/>
              <a:t>13</a:t>
            </a:r>
            <a:r>
              <a:rPr lang="ko-KR" altLang="en-US" dirty="0" smtClean="0"/>
              <a:t>일       </a:t>
            </a:r>
            <a:r>
              <a:rPr lang="en-US" altLang="ko-KR" dirty="0" smtClean="0"/>
              <a:t>14</a:t>
            </a:r>
            <a:r>
              <a:rPr lang="ko-KR" altLang="en-US" dirty="0" smtClean="0"/>
              <a:t>일         </a:t>
            </a:r>
            <a:r>
              <a:rPr lang="en-US" altLang="ko-KR" dirty="0" smtClean="0"/>
              <a:t>15</a:t>
            </a:r>
            <a:r>
              <a:rPr lang="ko-KR" altLang="en-US" dirty="0" smtClean="0"/>
              <a:t>일</a:t>
            </a:r>
            <a:endParaRPr lang="ko-KR" altLang="en-US" dirty="0"/>
          </a:p>
        </p:txBody>
      </p:sp>
      <p:sp>
        <p:nvSpPr>
          <p:cNvPr id="109" name="순서도: 천공 테이프 108"/>
          <p:cNvSpPr/>
          <p:nvPr/>
        </p:nvSpPr>
        <p:spPr>
          <a:xfrm>
            <a:off x="2158748" y="1914829"/>
            <a:ext cx="357190" cy="288925"/>
          </a:xfrm>
          <a:prstGeom prst="flowChartPunchedTap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2" name="순서도: 천공 테이프 111"/>
          <p:cNvSpPr/>
          <p:nvPr/>
        </p:nvSpPr>
        <p:spPr>
          <a:xfrm>
            <a:off x="4339443" y="3129229"/>
            <a:ext cx="357190" cy="288925"/>
          </a:xfrm>
          <a:prstGeom prst="flowChartPunchedTap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3" name="순서도: 천공 테이프 112"/>
          <p:cNvSpPr/>
          <p:nvPr/>
        </p:nvSpPr>
        <p:spPr>
          <a:xfrm>
            <a:off x="4448291" y="4652931"/>
            <a:ext cx="357190" cy="288925"/>
          </a:xfrm>
          <a:prstGeom prst="flowChartPunchedTap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4490026" y="4631590"/>
            <a:ext cx="254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2</a:t>
            </a:r>
            <a:endParaRPr lang="ko-KR" altLang="en-US" dirty="0"/>
          </a:p>
        </p:txBody>
      </p:sp>
      <p:sp>
        <p:nvSpPr>
          <p:cNvPr id="115" name="TextBox 114"/>
          <p:cNvSpPr txBox="1"/>
          <p:nvPr/>
        </p:nvSpPr>
        <p:spPr>
          <a:xfrm>
            <a:off x="3918697" y="5166010"/>
            <a:ext cx="254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2</a:t>
            </a:r>
            <a:endParaRPr lang="ko-KR" altLang="en-US" dirty="0"/>
          </a:p>
        </p:txBody>
      </p:sp>
      <p:sp>
        <p:nvSpPr>
          <p:cNvPr id="117" name="TextBox 116"/>
          <p:cNvSpPr txBox="1"/>
          <p:nvPr/>
        </p:nvSpPr>
        <p:spPr>
          <a:xfrm>
            <a:off x="4360470" y="3103796"/>
            <a:ext cx="2748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118" name="순서도: 천공 테이프 117"/>
          <p:cNvSpPr/>
          <p:nvPr/>
        </p:nvSpPr>
        <p:spPr>
          <a:xfrm>
            <a:off x="4405697" y="6142551"/>
            <a:ext cx="357190" cy="288925"/>
          </a:xfrm>
          <a:prstGeom prst="flowChartPunchedTap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9" name="TextBox 118"/>
          <p:cNvSpPr txBox="1"/>
          <p:nvPr/>
        </p:nvSpPr>
        <p:spPr>
          <a:xfrm>
            <a:off x="4443852" y="6099253"/>
            <a:ext cx="1914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34046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 txBox="1">
            <a:spLocks/>
          </p:cNvSpPr>
          <p:nvPr/>
        </p:nvSpPr>
        <p:spPr>
          <a:xfrm>
            <a:off x="318339" y="827584"/>
            <a:ext cx="6172200" cy="1018373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eaLnBrk="0" hangingPunct="0">
              <a:defRPr/>
            </a:pPr>
            <a:r>
              <a:rPr kumimoji="0" lang="ko-KR" altLang="en-US" sz="2800" b="1" dirty="0" smtClean="0">
                <a:cs typeface="+mj-cs"/>
              </a:rPr>
              <a:t>제</a:t>
            </a:r>
            <a:r>
              <a:rPr kumimoji="0" lang="en-US" altLang="ko-KR" sz="2800" b="1" dirty="0">
                <a:cs typeface="+mj-cs"/>
              </a:rPr>
              <a:t> </a:t>
            </a:r>
            <a:r>
              <a:rPr kumimoji="0" lang="en-US" altLang="ko-KR" sz="2800" b="1" dirty="0" smtClean="0">
                <a:cs typeface="+mj-cs"/>
              </a:rPr>
              <a:t>20</a:t>
            </a:r>
            <a:r>
              <a:rPr kumimoji="0" lang="ko-KR" altLang="en-US" sz="2800" b="1" dirty="0" smtClean="0">
                <a:cs typeface="+mj-cs"/>
              </a:rPr>
              <a:t>회 </a:t>
            </a:r>
            <a:r>
              <a:rPr kumimoji="0" lang="ko-KR" altLang="en-US" sz="2800" b="1" dirty="0">
                <a:cs typeface="+mj-cs"/>
              </a:rPr>
              <a:t>삼육대학교 </a:t>
            </a:r>
            <a:r>
              <a:rPr kumimoji="0" lang="ko-KR" altLang="en-US" sz="2800" b="1" dirty="0" err="1">
                <a:cs typeface="+mj-cs"/>
              </a:rPr>
              <a:t>총장배</a:t>
            </a:r>
            <a:r>
              <a:rPr kumimoji="0" lang="ko-KR" altLang="en-US" sz="2800" b="1" dirty="0">
                <a:cs typeface="+mj-cs"/>
              </a:rPr>
              <a:t> 겸</a:t>
            </a:r>
            <a:r>
              <a:rPr kumimoji="0" lang="ko-KR" altLang="en-US" sz="1800" b="1" dirty="0">
                <a:cs typeface="+mj-cs"/>
              </a:rPr>
              <a:t> </a:t>
            </a:r>
            <a:br>
              <a:rPr kumimoji="0" lang="ko-KR" altLang="en-US" sz="1800" b="1" dirty="0">
                <a:cs typeface="+mj-cs"/>
              </a:rPr>
            </a:br>
            <a:r>
              <a:rPr kumimoji="0" lang="ko-KR" altLang="en-US" sz="1800" b="1" dirty="0" smtClean="0">
                <a:cs typeface="+mj-cs"/>
              </a:rPr>
              <a:t>제</a:t>
            </a:r>
            <a:r>
              <a:rPr kumimoji="0" lang="en-US" altLang="ko-KR" sz="1800" b="1" dirty="0">
                <a:cs typeface="+mj-cs"/>
              </a:rPr>
              <a:t> </a:t>
            </a:r>
            <a:r>
              <a:rPr kumimoji="0" lang="en-US" altLang="ko-KR" sz="1800" b="1" dirty="0" smtClean="0">
                <a:cs typeface="+mj-cs"/>
              </a:rPr>
              <a:t>29</a:t>
            </a:r>
            <a:r>
              <a:rPr kumimoji="0" lang="ko-KR" altLang="en-US" sz="1800" b="1" dirty="0" smtClean="0">
                <a:cs typeface="+mj-cs"/>
              </a:rPr>
              <a:t>회 </a:t>
            </a:r>
            <a:r>
              <a:rPr kumimoji="0" lang="ko-KR" altLang="en-US" sz="1800" b="1" dirty="0">
                <a:cs typeface="+mj-cs"/>
              </a:rPr>
              <a:t>서울특별시동아리농구연맹 </a:t>
            </a:r>
            <a:r>
              <a:rPr kumimoji="0" lang="ko-KR" altLang="en-US" sz="1800" b="1" dirty="0" err="1">
                <a:cs typeface="+mj-cs"/>
              </a:rPr>
              <a:t>회장배</a:t>
            </a:r>
            <a:r>
              <a:rPr kumimoji="0" lang="ko-KR" altLang="en-US" sz="1800" b="1" dirty="0">
                <a:cs typeface="+mj-cs"/>
              </a:rPr>
              <a:t> 전국 중</a:t>
            </a:r>
            <a:r>
              <a:rPr kumimoji="0" lang="en-US" altLang="ko-KR" sz="1800" b="1" dirty="0">
                <a:cs typeface="+mj-cs"/>
              </a:rPr>
              <a:t>·</a:t>
            </a:r>
            <a:r>
              <a:rPr kumimoji="0" lang="ko-KR" altLang="en-US" sz="1800" b="1" dirty="0">
                <a:cs typeface="+mj-cs"/>
              </a:rPr>
              <a:t>고 대회</a:t>
            </a:r>
            <a:br>
              <a:rPr kumimoji="0" lang="ko-KR" altLang="en-US" sz="1800" b="1" dirty="0">
                <a:cs typeface="+mj-cs"/>
              </a:rPr>
            </a:br>
            <a:r>
              <a:rPr kumimoji="0" lang="en-US" altLang="ko-KR" sz="1800" b="1" dirty="0" smtClean="0">
                <a:cs typeface="+mj-cs"/>
              </a:rPr>
              <a:t>-</a:t>
            </a:r>
            <a:r>
              <a:rPr kumimoji="0" lang="ko-KR" altLang="en-US" sz="1800" b="1" dirty="0">
                <a:cs typeface="+mj-cs"/>
              </a:rPr>
              <a:t> 고</a:t>
            </a:r>
            <a:r>
              <a:rPr kumimoji="0" lang="ko-KR" altLang="en-US" sz="1800" b="1" dirty="0" smtClean="0">
                <a:cs typeface="+mj-cs"/>
              </a:rPr>
              <a:t>등부</a:t>
            </a:r>
            <a:r>
              <a:rPr kumimoji="0" lang="en-US" altLang="ko-KR" sz="1800" b="1" dirty="0">
                <a:cs typeface="+mj-cs"/>
              </a:rPr>
              <a:t>-</a:t>
            </a:r>
            <a:r>
              <a:rPr kumimoji="0" lang="en-US" altLang="ko-KR" sz="1800" dirty="0">
                <a:cs typeface="+mj-cs"/>
              </a:rPr>
              <a:t/>
            </a:r>
            <a:br>
              <a:rPr kumimoji="0" lang="en-US" altLang="ko-KR" sz="1800" dirty="0">
                <a:cs typeface="+mj-cs"/>
              </a:rPr>
            </a:br>
            <a:endParaRPr kumimoji="0" lang="ko-KR" altLang="en-US" sz="1800" dirty="0">
              <a:cs typeface="+mj-cs"/>
            </a:endParaRPr>
          </a:p>
        </p:txBody>
      </p:sp>
      <p:grpSp>
        <p:nvGrpSpPr>
          <p:cNvPr id="108" name="그룹 107"/>
          <p:cNvGrpSpPr/>
          <p:nvPr/>
        </p:nvGrpSpPr>
        <p:grpSpPr>
          <a:xfrm>
            <a:off x="485877" y="2636167"/>
            <a:ext cx="2190072" cy="5041057"/>
            <a:chOff x="473243" y="2627286"/>
            <a:chExt cx="2478997" cy="5041057"/>
          </a:xfrm>
        </p:grpSpPr>
        <p:grpSp>
          <p:nvGrpSpPr>
            <p:cNvPr id="2" name="그룹 1"/>
            <p:cNvGrpSpPr/>
            <p:nvPr/>
          </p:nvGrpSpPr>
          <p:grpSpPr>
            <a:xfrm>
              <a:off x="473243" y="2627286"/>
              <a:ext cx="1568701" cy="5041057"/>
              <a:chOff x="476669" y="2627287"/>
              <a:chExt cx="1568701" cy="4586236"/>
            </a:xfrm>
          </p:grpSpPr>
          <p:sp>
            <p:nvSpPr>
              <p:cNvPr id="3" name="직사각형 21"/>
              <p:cNvSpPr/>
              <p:nvPr/>
            </p:nvSpPr>
            <p:spPr bwMode="auto">
              <a:xfrm>
                <a:off x="476672" y="2627287"/>
                <a:ext cx="1565275" cy="288925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ko-KR" altLang="en-US" sz="2000" dirty="0" err="1" smtClean="0">
                    <a:solidFill>
                      <a:schemeClr val="tx1"/>
                    </a:solidFill>
                  </a:rPr>
                  <a:t>동대부</a:t>
                </a:r>
                <a:r>
                  <a:rPr lang="ko-KR" altLang="en-US" sz="2000" dirty="0" err="1">
                    <a:solidFill>
                      <a:schemeClr val="tx1"/>
                    </a:solidFill>
                  </a:rPr>
                  <a:t>고</a:t>
                </a:r>
                <a:endParaRPr kumimoji="0" lang="en-US" altLang="ko-KR" sz="2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" name="직사각형 21"/>
              <p:cNvSpPr/>
              <p:nvPr/>
            </p:nvSpPr>
            <p:spPr bwMode="auto">
              <a:xfrm>
                <a:off x="476672" y="4056037"/>
                <a:ext cx="1565275" cy="288925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kumimoji="0" lang="ko-KR" altLang="en-US" sz="2000" smtClean="0">
                    <a:solidFill>
                      <a:schemeClr val="tx1"/>
                    </a:solidFill>
                  </a:rPr>
                  <a:t>삼성고교</a:t>
                </a:r>
                <a:endParaRPr kumimoji="0" lang="en-US" altLang="ko-KR" sz="2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" name="직사각형 21"/>
              <p:cNvSpPr/>
              <p:nvPr/>
            </p:nvSpPr>
            <p:spPr bwMode="auto">
              <a:xfrm>
                <a:off x="476671" y="3576612"/>
                <a:ext cx="1565275" cy="288925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ko-KR" altLang="en-US" sz="2000" dirty="0" smtClean="0">
                    <a:solidFill>
                      <a:schemeClr val="tx1"/>
                    </a:solidFill>
                  </a:rPr>
                  <a:t>여의도고</a:t>
                </a:r>
                <a:r>
                  <a:rPr lang="en-US" altLang="ko-KR" sz="2000" dirty="0" smtClean="0">
                    <a:solidFill>
                      <a:schemeClr val="tx1"/>
                    </a:solidFill>
                  </a:rPr>
                  <a:t>A</a:t>
                </a:r>
                <a:endParaRPr kumimoji="0" lang="en-US" altLang="ko-KR" sz="2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" name="직사각형 21"/>
              <p:cNvSpPr/>
              <p:nvPr/>
            </p:nvSpPr>
            <p:spPr bwMode="auto">
              <a:xfrm>
                <a:off x="476672" y="5014887"/>
                <a:ext cx="1565275" cy="288925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ko-KR" altLang="en-US" sz="2000" dirty="0">
                    <a:solidFill>
                      <a:schemeClr val="tx1"/>
                    </a:solidFill>
                  </a:rPr>
                  <a:t>안산양지</a:t>
                </a:r>
                <a:endParaRPr lang="en-US" altLang="ko-KR" sz="2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직사각형 21"/>
              <p:cNvSpPr/>
              <p:nvPr/>
            </p:nvSpPr>
            <p:spPr bwMode="auto">
              <a:xfrm>
                <a:off x="480095" y="5965748"/>
                <a:ext cx="1565275" cy="288925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ko-KR" altLang="en-US" sz="2000" dirty="0" smtClean="0">
                    <a:solidFill>
                      <a:schemeClr val="tx1"/>
                    </a:solidFill>
                  </a:rPr>
                  <a:t>노</a:t>
                </a:r>
                <a:r>
                  <a:rPr lang="ko-KR" altLang="en-US" sz="2000" dirty="0">
                    <a:solidFill>
                      <a:schemeClr val="tx1"/>
                    </a:solidFill>
                  </a:rPr>
                  <a:t>원</a:t>
                </a:r>
                <a:r>
                  <a:rPr lang="ko-KR" altLang="en-US" sz="2000" dirty="0" smtClean="0">
                    <a:solidFill>
                      <a:schemeClr val="tx1"/>
                    </a:solidFill>
                  </a:rPr>
                  <a:t>고교</a:t>
                </a:r>
                <a:endParaRPr kumimoji="0" lang="en-US" altLang="ko-KR" sz="2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직사각형 21"/>
              <p:cNvSpPr/>
              <p:nvPr/>
            </p:nvSpPr>
            <p:spPr bwMode="auto">
              <a:xfrm>
                <a:off x="480095" y="5495848"/>
                <a:ext cx="1565275" cy="288925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ko-KR" altLang="en-US" sz="2000" dirty="0" err="1" smtClean="0">
                    <a:solidFill>
                      <a:schemeClr val="tx1"/>
                    </a:solidFill>
                  </a:rPr>
                  <a:t>대</a:t>
                </a:r>
                <a:r>
                  <a:rPr lang="ko-KR" altLang="en-US" sz="2000" dirty="0" err="1">
                    <a:solidFill>
                      <a:schemeClr val="tx1"/>
                    </a:solidFill>
                  </a:rPr>
                  <a:t>광</a:t>
                </a:r>
                <a:r>
                  <a:rPr lang="ko-KR" altLang="en-US" sz="2000" dirty="0" err="1" smtClean="0">
                    <a:solidFill>
                      <a:schemeClr val="tx1"/>
                    </a:solidFill>
                  </a:rPr>
                  <a:t>고교</a:t>
                </a:r>
                <a:endParaRPr kumimoji="0" lang="en-US" altLang="ko-KR" sz="2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직사각형 21"/>
              <p:cNvSpPr/>
              <p:nvPr/>
            </p:nvSpPr>
            <p:spPr bwMode="auto">
              <a:xfrm>
                <a:off x="476672" y="3106712"/>
                <a:ext cx="1565275" cy="288925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ko-KR" altLang="en-US" sz="2000" dirty="0" smtClean="0">
                    <a:solidFill>
                      <a:schemeClr val="tx1"/>
                    </a:solidFill>
                  </a:rPr>
                  <a:t>대진고</a:t>
                </a:r>
                <a:r>
                  <a:rPr lang="en-US" altLang="ko-KR" sz="2000" dirty="0" smtClean="0">
                    <a:solidFill>
                      <a:schemeClr val="tx1"/>
                    </a:solidFill>
                  </a:rPr>
                  <a:t>A</a:t>
                </a:r>
                <a:endParaRPr kumimoji="0" lang="en-US" altLang="ko-KR" sz="2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직사각형 21"/>
              <p:cNvSpPr/>
              <p:nvPr/>
            </p:nvSpPr>
            <p:spPr bwMode="auto">
              <a:xfrm>
                <a:off x="476670" y="4535462"/>
                <a:ext cx="1565275" cy="288925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ko-KR" altLang="en-US" sz="2000" dirty="0" smtClean="0">
                    <a:solidFill>
                      <a:schemeClr val="tx1"/>
                    </a:solidFill>
                  </a:rPr>
                  <a:t>수락고</a:t>
                </a:r>
                <a:r>
                  <a:rPr lang="ko-KR" altLang="en-US" sz="2000" dirty="0">
                    <a:solidFill>
                      <a:schemeClr val="tx1"/>
                    </a:solidFill>
                  </a:rPr>
                  <a:t>교</a:t>
                </a:r>
                <a:endParaRPr kumimoji="0" lang="en-US" altLang="ko-KR" sz="2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직사각형 21"/>
              <p:cNvSpPr/>
              <p:nvPr/>
            </p:nvSpPr>
            <p:spPr bwMode="auto">
              <a:xfrm>
                <a:off x="480095" y="6445173"/>
                <a:ext cx="1565275" cy="288925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ko-KR" altLang="en-US" sz="2000" dirty="0" err="1" smtClean="0">
                    <a:solidFill>
                      <a:schemeClr val="tx1"/>
                    </a:solidFill>
                  </a:rPr>
                  <a:t>범박고교</a:t>
                </a:r>
                <a:endParaRPr kumimoji="0" lang="en-US" altLang="ko-KR" sz="2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직사각형 21"/>
              <p:cNvSpPr/>
              <p:nvPr/>
            </p:nvSpPr>
            <p:spPr bwMode="auto">
              <a:xfrm>
                <a:off x="476669" y="6924598"/>
                <a:ext cx="1565275" cy="288925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ko-KR" altLang="en-US" sz="2000" dirty="0" err="1" smtClean="0">
                    <a:solidFill>
                      <a:schemeClr val="tx1"/>
                    </a:solidFill>
                  </a:rPr>
                  <a:t>신</a:t>
                </a:r>
                <a:r>
                  <a:rPr lang="ko-KR" altLang="en-US" sz="2000" dirty="0" err="1">
                    <a:solidFill>
                      <a:schemeClr val="tx1"/>
                    </a:solidFill>
                  </a:rPr>
                  <a:t>현</a:t>
                </a:r>
                <a:r>
                  <a:rPr lang="ko-KR" altLang="en-US" sz="2000" dirty="0" err="1" smtClean="0">
                    <a:solidFill>
                      <a:schemeClr val="tx1"/>
                    </a:solidFill>
                  </a:rPr>
                  <a:t>고교</a:t>
                </a:r>
                <a:endParaRPr kumimoji="0" lang="en-US" altLang="ko-KR" sz="20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5" name="그룹 38"/>
            <p:cNvGrpSpPr>
              <a:grpSpLocks/>
            </p:cNvGrpSpPr>
            <p:nvPr/>
          </p:nvGrpSpPr>
          <p:grpSpPr bwMode="auto">
            <a:xfrm>
              <a:off x="2041944" y="4356515"/>
              <a:ext cx="327157" cy="504825"/>
              <a:chOff x="2276872" y="2627784"/>
              <a:chExt cx="360363" cy="720725"/>
            </a:xfrm>
          </p:grpSpPr>
          <p:sp>
            <p:nvSpPr>
              <p:cNvPr id="26" name="Line 268"/>
              <p:cNvSpPr>
                <a:spLocks noChangeShapeType="1"/>
              </p:cNvSpPr>
              <p:nvPr/>
            </p:nvSpPr>
            <p:spPr bwMode="auto">
              <a:xfrm>
                <a:off x="2276872" y="2627784"/>
                <a:ext cx="36036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" name="Line 269"/>
              <p:cNvSpPr>
                <a:spLocks noChangeShapeType="1"/>
              </p:cNvSpPr>
              <p:nvPr/>
            </p:nvSpPr>
            <p:spPr bwMode="auto">
              <a:xfrm>
                <a:off x="2637235" y="2627784"/>
                <a:ext cx="0" cy="7207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" name="Line 270"/>
              <p:cNvSpPr>
                <a:spLocks noChangeShapeType="1"/>
              </p:cNvSpPr>
              <p:nvPr/>
            </p:nvSpPr>
            <p:spPr bwMode="auto">
              <a:xfrm flipH="1">
                <a:off x="2276872" y="3348509"/>
                <a:ext cx="36036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29" name="그룹 38"/>
            <p:cNvGrpSpPr>
              <a:grpSpLocks/>
            </p:cNvGrpSpPr>
            <p:nvPr/>
          </p:nvGrpSpPr>
          <p:grpSpPr bwMode="auto">
            <a:xfrm>
              <a:off x="2027388" y="5410455"/>
              <a:ext cx="341714" cy="504825"/>
              <a:chOff x="2276872" y="2627784"/>
              <a:chExt cx="360363" cy="720725"/>
            </a:xfrm>
          </p:grpSpPr>
          <p:sp>
            <p:nvSpPr>
              <p:cNvPr id="30" name="Line 268"/>
              <p:cNvSpPr>
                <a:spLocks noChangeShapeType="1"/>
              </p:cNvSpPr>
              <p:nvPr/>
            </p:nvSpPr>
            <p:spPr bwMode="auto">
              <a:xfrm>
                <a:off x="2276872" y="2627784"/>
                <a:ext cx="36036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1" name="Line 269"/>
              <p:cNvSpPr>
                <a:spLocks noChangeShapeType="1"/>
              </p:cNvSpPr>
              <p:nvPr/>
            </p:nvSpPr>
            <p:spPr bwMode="auto">
              <a:xfrm>
                <a:off x="2637235" y="2627784"/>
                <a:ext cx="0" cy="7207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2" name="Line 270"/>
              <p:cNvSpPr>
                <a:spLocks noChangeShapeType="1"/>
              </p:cNvSpPr>
              <p:nvPr/>
            </p:nvSpPr>
            <p:spPr bwMode="auto">
              <a:xfrm flipH="1">
                <a:off x="2276872" y="3348509"/>
                <a:ext cx="36036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41" name="그룹 40"/>
            <p:cNvGrpSpPr/>
            <p:nvPr/>
          </p:nvGrpSpPr>
          <p:grpSpPr>
            <a:xfrm>
              <a:off x="2046873" y="2807432"/>
              <a:ext cx="322228" cy="1095829"/>
              <a:chOff x="2071678" y="2279163"/>
              <a:chExt cx="576263" cy="1156174"/>
            </a:xfrm>
          </p:grpSpPr>
          <p:grpSp>
            <p:nvGrpSpPr>
              <p:cNvPr id="42" name="그룹 38"/>
              <p:cNvGrpSpPr>
                <a:grpSpLocks/>
              </p:cNvGrpSpPr>
              <p:nvPr/>
            </p:nvGrpSpPr>
            <p:grpSpPr bwMode="auto">
              <a:xfrm>
                <a:off x="2071678" y="2714612"/>
                <a:ext cx="288925" cy="720725"/>
                <a:chOff x="2276872" y="2627784"/>
                <a:chExt cx="360363" cy="720725"/>
              </a:xfrm>
            </p:grpSpPr>
            <p:sp>
              <p:nvSpPr>
                <p:cNvPr id="47" name="Line 268"/>
                <p:cNvSpPr>
                  <a:spLocks noChangeShapeType="1"/>
                </p:cNvSpPr>
                <p:nvPr/>
              </p:nvSpPr>
              <p:spPr bwMode="auto">
                <a:xfrm>
                  <a:off x="2276872" y="2627784"/>
                  <a:ext cx="360363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48" name="Line 269"/>
                <p:cNvSpPr>
                  <a:spLocks noChangeShapeType="1"/>
                </p:cNvSpPr>
                <p:nvPr/>
              </p:nvSpPr>
              <p:spPr bwMode="auto">
                <a:xfrm>
                  <a:off x="2637235" y="2627784"/>
                  <a:ext cx="0" cy="72072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49" name="Line 270"/>
                <p:cNvSpPr>
                  <a:spLocks noChangeShapeType="1"/>
                </p:cNvSpPr>
                <p:nvPr/>
              </p:nvSpPr>
              <p:spPr bwMode="auto">
                <a:xfrm flipH="1">
                  <a:off x="2276872" y="3348509"/>
                  <a:ext cx="360363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43" name="그룹 71"/>
              <p:cNvGrpSpPr>
                <a:grpSpLocks/>
              </p:cNvGrpSpPr>
              <p:nvPr/>
            </p:nvGrpSpPr>
            <p:grpSpPr bwMode="auto">
              <a:xfrm>
                <a:off x="2071678" y="2279163"/>
                <a:ext cx="576263" cy="720080"/>
                <a:chOff x="2132856" y="2555776"/>
                <a:chExt cx="576064" cy="720080"/>
              </a:xfrm>
            </p:grpSpPr>
            <p:sp>
              <p:nvSpPr>
                <p:cNvPr id="44" name="Line 268"/>
                <p:cNvSpPr>
                  <a:spLocks noChangeShapeType="1"/>
                </p:cNvSpPr>
                <p:nvPr/>
              </p:nvSpPr>
              <p:spPr bwMode="auto">
                <a:xfrm>
                  <a:off x="2132856" y="2555776"/>
                  <a:ext cx="576064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45" name="Line 269"/>
                <p:cNvSpPr>
                  <a:spLocks noChangeShapeType="1"/>
                </p:cNvSpPr>
                <p:nvPr/>
              </p:nvSpPr>
              <p:spPr bwMode="auto">
                <a:xfrm>
                  <a:off x="2708920" y="2555776"/>
                  <a:ext cx="0" cy="72008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46" name="Line 270"/>
                <p:cNvSpPr>
                  <a:spLocks noChangeShapeType="1"/>
                </p:cNvSpPr>
                <p:nvPr/>
              </p:nvSpPr>
              <p:spPr bwMode="auto">
                <a:xfrm flipH="1">
                  <a:off x="2420888" y="3275856"/>
                  <a:ext cx="288032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</p:grpSp>
        <p:grpSp>
          <p:nvGrpSpPr>
            <p:cNvPr id="67" name="그룹 66"/>
            <p:cNvGrpSpPr/>
            <p:nvPr/>
          </p:nvGrpSpPr>
          <p:grpSpPr>
            <a:xfrm>
              <a:off x="2048508" y="6386222"/>
              <a:ext cx="320593" cy="1117186"/>
              <a:chOff x="1714484" y="4221631"/>
              <a:chExt cx="576267" cy="1070449"/>
            </a:xfrm>
          </p:grpSpPr>
          <p:grpSp>
            <p:nvGrpSpPr>
              <p:cNvPr id="68" name="그룹 38"/>
              <p:cNvGrpSpPr>
                <a:grpSpLocks/>
              </p:cNvGrpSpPr>
              <p:nvPr/>
            </p:nvGrpSpPr>
            <p:grpSpPr bwMode="auto">
              <a:xfrm>
                <a:off x="1714484" y="4221631"/>
                <a:ext cx="297310" cy="654531"/>
                <a:chOff x="2276872" y="2627784"/>
                <a:chExt cx="370822" cy="654531"/>
              </a:xfrm>
            </p:grpSpPr>
            <p:sp>
              <p:nvSpPr>
                <p:cNvPr id="72" name="Line 268"/>
                <p:cNvSpPr>
                  <a:spLocks noChangeShapeType="1"/>
                </p:cNvSpPr>
                <p:nvPr/>
              </p:nvSpPr>
              <p:spPr bwMode="auto">
                <a:xfrm>
                  <a:off x="2276872" y="2627784"/>
                  <a:ext cx="360363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73" name="Line 269"/>
                <p:cNvSpPr>
                  <a:spLocks noChangeShapeType="1"/>
                </p:cNvSpPr>
                <p:nvPr/>
              </p:nvSpPr>
              <p:spPr bwMode="auto">
                <a:xfrm flipH="1">
                  <a:off x="2633282" y="2627785"/>
                  <a:ext cx="3955" cy="65453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74" name="Line 270"/>
                <p:cNvSpPr>
                  <a:spLocks noChangeShapeType="1"/>
                </p:cNvSpPr>
                <p:nvPr/>
              </p:nvSpPr>
              <p:spPr bwMode="auto">
                <a:xfrm flipH="1">
                  <a:off x="2287331" y="3282315"/>
                  <a:ext cx="360363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sp>
            <p:nvSpPr>
              <p:cNvPr id="69" name="Line 268"/>
              <p:cNvSpPr>
                <a:spLocks noChangeShapeType="1"/>
              </p:cNvSpPr>
              <p:nvPr/>
            </p:nvSpPr>
            <p:spPr bwMode="auto">
              <a:xfrm>
                <a:off x="1714488" y="5286380"/>
                <a:ext cx="57626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70" name="Line 269"/>
              <p:cNvSpPr>
                <a:spLocks noChangeShapeType="1"/>
              </p:cNvSpPr>
              <p:nvPr/>
            </p:nvSpPr>
            <p:spPr bwMode="auto">
              <a:xfrm>
                <a:off x="2285992" y="4572000"/>
                <a:ext cx="0" cy="7200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71" name="Line 270"/>
              <p:cNvSpPr>
                <a:spLocks noChangeShapeType="1"/>
              </p:cNvSpPr>
              <p:nvPr/>
            </p:nvSpPr>
            <p:spPr bwMode="auto">
              <a:xfrm flipH="1">
                <a:off x="2000240" y="4572000"/>
                <a:ext cx="28813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84" name="그룹 38"/>
            <p:cNvGrpSpPr>
              <a:grpSpLocks/>
            </p:cNvGrpSpPr>
            <p:nvPr/>
          </p:nvGrpSpPr>
          <p:grpSpPr bwMode="auto">
            <a:xfrm>
              <a:off x="2366452" y="3148671"/>
              <a:ext cx="585787" cy="3298063"/>
              <a:chOff x="2276872" y="2627784"/>
              <a:chExt cx="730626" cy="1627793"/>
            </a:xfrm>
          </p:grpSpPr>
          <p:sp>
            <p:nvSpPr>
              <p:cNvPr id="85" name="Line 268"/>
              <p:cNvSpPr>
                <a:spLocks noChangeShapeType="1"/>
              </p:cNvSpPr>
              <p:nvPr/>
            </p:nvSpPr>
            <p:spPr bwMode="auto">
              <a:xfrm>
                <a:off x="2276872" y="2627784"/>
                <a:ext cx="36036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86" name="Line 269"/>
              <p:cNvSpPr>
                <a:spLocks noChangeShapeType="1"/>
              </p:cNvSpPr>
              <p:nvPr/>
            </p:nvSpPr>
            <p:spPr bwMode="auto">
              <a:xfrm>
                <a:off x="3007498" y="3534852"/>
                <a:ext cx="0" cy="7207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87" name="Line 270"/>
              <p:cNvSpPr>
                <a:spLocks noChangeShapeType="1"/>
              </p:cNvSpPr>
              <p:nvPr/>
            </p:nvSpPr>
            <p:spPr bwMode="auto">
              <a:xfrm flipH="1">
                <a:off x="2276872" y="3348509"/>
                <a:ext cx="36036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88" name="그룹 38"/>
            <p:cNvGrpSpPr>
              <a:grpSpLocks/>
            </p:cNvGrpSpPr>
            <p:nvPr/>
          </p:nvGrpSpPr>
          <p:grpSpPr bwMode="auto">
            <a:xfrm>
              <a:off x="2374390" y="5650543"/>
              <a:ext cx="288925" cy="1460257"/>
              <a:chOff x="2276872" y="2627784"/>
              <a:chExt cx="360363" cy="720725"/>
            </a:xfrm>
          </p:grpSpPr>
          <p:sp>
            <p:nvSpPr>
              <p:cNvPr id="89" name="Line 268"/>
              <p:cNvSpPr>
                <a:spLocks noChangeShapeType="1"/>
              </p:cNvSpPr>
              <p:nvPr/>
            </p:nvSpPr>
            <p:spPr bwMode="auto">
              <a:xfrm>
                <a:off x="2276872" y="2627784"/>
                <a:ext cx="36036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90" name="Line 269"/>
              <p:cNvSpPr>
                <a:spLocks noChangeShapeType="1"/>
              </p:cNvSpPr>
              <p:nvPr/>
            </p:nvSpPr>
            <p:spPr bwMode="auto">
              <a:xfrm>
                <a:off x="2637235" y="2627784"/>
                <a:ext cx="0" cy="7207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91" name="Line 270"/>
              <p:cNvSpPr>
                <a:spLocks noChangeShapeType="1"/>
              </p:cNvSpPr>
              <p:nvPr/>
            </p:nvSpPr>
            <p:spPr bwMode="auto">
              <a:xfrm flipH="1">
                <a:off x="2276872" y="3348509"/>
                <a:ext cx="36036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00" name="그룹 38"/>
            <p:cNvGrpSpPr>
              <a:grpSpLocks/>
            </p:cNvGrpSpPr>
            <p:nvPr/>
          </p:nvGrpSpPr>
          <p:grpSpPr bwMode="auto">
            <a:xfrm>
              <a:off x="2663315" y="3829546"/>
              <a:ext cx="288925" cy="2561224"/>
              <a:chOff x="2276872" y="2627784"/>
              <a:chExt cx="360363" cy="720725"/>
            </a:xfrm>
          </p:grpSpPr>
          <p:sp>
            <p:nvSpPr>
              <p:cNvPr id="101" name="Line 268"/>
              <p:cNvSpPr>
                <a:spLocks noChangeShapeType="1"/>
              </p:cNvSpPr>
              <p:nvPr/>
            </p:nvSpPr>
            <p:spPr bwMode="auto">
              <a:xfrm>
                <a:off x="2276872" y="2627784"/>
                <a:ext cx="36036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02" name="Line 269"/>
              <p:cNvSpPr>
                <a:spLocks noChangeShapeType="1"/>
              </p:cNvSpPr>
              <p:nvPr/>
            </p:nvSpPr>
            <p:spPr bwMode="auto">
              <a:xfrm>
                <a:off x="2637235" y="2627784"/>
                <a:ext cx="0" cy="7207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03" name="Line 270"/>
              <p:cNvSpPr>
                <a:spLocks noChangeShapeType="1"/>
              </p:cNvSpPr>
              <p:nvPr/>
            </p:nvSpPr>
            <p:spPr bwMode="auto">
              <a:xfrm flipH="1">
                <a:off x="2276872" y="3348509"/>
                <a:ext cx="36036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</p:grpSp>
      <p:grpSp>
        <p:nvGrpSpPr>
          <p:cNvPr id="109" name="그룹 108"/>
          <p:cNvGrpSpPr/>
          <p:nvPr/>
        </p:nvGrpSpPr>
        <p:grpSpPr>
          <a:xfrm>
            <a:off x="3984742" y="2627286"/>
            <a:ext cx="2176899" cy="5041057"/>
            <a:chOff x="3705986" y="2627286"/>
            <a:chExt cx="2455655" cy="5041057"/>
          </a:xfrm>
        </p:grpSpPr>
        <p:grpSp>
          <p:nvGrpSpPr>
            <p:cNvPr id="14" name="그룹 13"/>
            <p:cNvGrpSpPr/>
            <p:nvPr/>
          </p:nvGrpSpPr>
          <p:grpSpPr>
            <a:xfrm>
              <a:off x="4592940" y="2627286"/>
              <a:ext cx="1568701" cy="5041057"/>
              <a:chOff x="476669" y="2627287"/>
              <a:chExt cx="1568701" cy="4586236"/>
            </a:xfrm>
          </p:grpSpPr>
          <p:sp>
            <p:nvSpPr>
              <p:cNvPr id="15" name="직사각형 21"/>
              <p:cNvSpPr/>
              <p:nvPr/>
            </p:nvSpPr>
            <p:spPr bwMode="auto">
              <a:xfrm>
                <a:off x="476672" y="2627287"/>
                <a:ext cx="1565275" cy="288925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ko-KR" altLang="en-US" sz="2000" dirty="0" err="1" smtClean="0">
                    <a:solidFill>
                      <a:schemeClr val="tx1"/>
                    </a:solidFill>
                  </a:rPr>
                  <a:t>서라벌</a:t>
                </a:r>
                <a:r>
                  <a:rPr lang="ko-KR" altLang="en-US" sz="2000" dirty="0" err="1">
                    <a:solidFill>
                      <a:schemeClr val="tx1"/>
                    </a:solidFill>
                  </a:rPr>
                  <a:t>고</a:t>
                </a:r>
                <a:endParaRPr kumimoji="0" lang="en-US" altLang="ko-KR" sz="2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직사각형 21"/>
              <p:cNvSpPr/>
              <p:nvPr/>
            </p:nvSpPr>
            <p:spPr bwMode="auto">
              <a:xfrm>
                <a:off x="476672" y="4056037"/>
                <a:ext cx="1565275" cy="288925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kumimoji="0" lang="ko-KR" altLang="en-US" sz="2000" dirty="0" smtClean="0">
                    <a:solidFill>
                      <a:schemeClr val="tx1"/>
                    </a:solidFill>
                  </a:rPr>
                  <a:t>대진고</a:t>
                </a:r>
                <a:r>
                  <a:rPr kumimoji="0" lang="en-US" altLang="ko-KR" sz="2000" dirty="0" smtClean="0">
                    <a:solidFill>
                      <a:schemeClr val="tx1"/>
                    </a:solidFill>
                  </a:rPr>
                  <a:t>B</a:t>
                </a:r>
              </a:p>
            </p:txBody>
          </p:sp>
          <p:sp>
            <p:nvSpPr>
              <p:cNvPr id="17" name="직사각형 21"/>
              <p:cNvSpPr/>
              <p:nvPr/>
            </p:nvSpPr>
            <p:spPr bwMode="auto">
              <a:xfrm>
                <a:off x="476671" y="3576612"/>
                <a:ext cx="1565275" cy="288925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ko-KR" altLang="en-US" sz="2000" dirty="0">
                    <a:solidFill>
                      <a:schemeClr val="tx1"/>
                    </a:solidFill>
                  </a:rPr>
                  <a:t>한양공고</a:t>
                </a:r>
                <a:endParaRPr lang="en-US" altLang="ko-KR" sz="2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직사각형 21"/>
              <p:cNvSpPr/>
              <p:nvPr/>
            </p:nvSpPr>
            <p:spPr bwMode="auto">
              <a:xfrm>
                <a:off x="476672" y="5014887"/>
                <a:ext cx="1565275" cy="288925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kumimoji="0" lang="ko-KR" altLang="en-US" sz="2000" dirty="0" smtClean="0">
                    <a:solidFill>
                      <a:schemeClr val="tx1"/>
                    </a:solidFill>
                  </a:rPr>
                  <a:t>영등포고</a:t>
                </a:r>
                <a:endParaRPr kumimoji="0" lang="en-US" altLang="ko-KR" sz="2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직사각형 21"/>
              <p:cNvSpPr/>
              <p:nvPr/>
            </p:nvSpPr>
            <p:spPr bwMode="auto">
              <a:xfrm>
                <a:off x="480095" y="5965748"/>
                <a:ext cx="1565275" cy="288925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kumimoji="0" lang="ko-KR" altLang="en-US" sz="2000" dirty="0" smtClean="0">
                    <a:solidFill>
                      <a:schemeClr val="tx1"/>
                    </a:solidFill>
                  </a:rPr>
                  <a:t>여의도고</a:t>
                </a:r>
                <a:r>
                  <a:rPr kumimoji="0" lang="en-US" altLang="ko-KR" sz="2000" dirty="0" smtClean="0">
                    <a:solidFill>
                      <a:schemeClr val="tx1"/>
                    </a:solidFill>
                  </a:rPr>
                  <a:t>B</a:t>
                </a:r>
                <a:endParaRPr kumimoji="0" lang="en-US" altLang="ko-KR" sz="2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직사각형 21"/>
              <p:cNvSpPr/>
              <p:nvPr/>
            </p:nvSpPr>
            <p:spPr bwMode="auto">
              <a:xfrm>
                <a:off x="480095" y="5495848"/>
                <a:ext cx="1565275" cy="288925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ko-KR" altLang="en-US" sz="2000" dirty="0" err="1" smtClean="0">
                    <a:solidFill>
                      <a:schemeClr val="tx1"/>
                    </a:solidFill>
                  </a:rPr>
                  <a:t>송</a:t>
                </a:r>
                <a:r>
                  <a:rPr lang="ko-KR" altLang="en-US" sz="2000" dirty="0" err="1">
                    <a:solidFill>
                      <a:schemeClr val="tx1"/>
                    </a:solidFill>
                  </a:rPr>
                  <a:t>곡</a:t>
                </a:r>
                <a:r>
                  <a:rPr kumimoji="0" lang="ko-KR" altLang="en-US" sz="2000" dirty="0" err="1" smtClean="0">
                    <a:solidFill>
                      <a:schemeClr val="tx1"/>
                    </a:solidFill>
                  </a:rPr>
                  <a:t>고교</a:t>
                </a:r>
                <a:endParaRPr kumimoji="0" lang="en-US" altLang="ko-KR" sz="2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직사각형 21"/>
              <p:cNvSpPr/>
              <p:nvPr/>
            </p:nvSpPr>
            <p:spPr bwMode="auto">
              <a:xfrm>
                <a:off x="476672" y="3106712"/>
                <a:ext cx="1565275" cy="288925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ko-KR" altLang="en-US" sz="2000" dirty="0" smtClean="0">
                    <a:solidFill>
                      <a:schemeClr val="tx1"/>
                    </a:solidFill>
                  </a:rPr>
                  <a:t>경복고</a:t>
                </a:r>
                <a:r>
                  <a:rPr lang="ko-KR" altLang="en-US" sz="2000" dirty="0">
                    <a:solidFill>
                      <a:schemeClr val="tx1"/>
                    </a:solidFill>
                  </a:rPr>
                  <a:t>교</a:t>
                </a:r>
                <a:endParaRPr kumimoji="0" lang="en-US" altLang="ko-KR" sz="2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직사각형 21"/>
              <p:cNvSpPr/>
              <p:nvPr/>
            </p:nvSpPr>
            <p:spPr bwMode="auto">
              <a:xfrm>
                <a:off x="476670" y="4535462"/>
                <a:ext cx="1565275" cy="288925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ko-KR" altLang="en-US" sz="2000" dirty="0" smtClean="0">
                    <a:solidFill>
                      <a:schemeClr val="tx1"/>
                    </a:solidFill>
                  </a:rPr>
                  <a:t>중</a:t>
                </a:r>
                <a:r>
                  <a:rPr lang="ko-KR" altLang="en-US" sz="2000" dirty="0">
                    <a:solidFill>
                      <a:schemeClr val="tx1"/>
                    </a:solidFill>
                  </a:rPr>
                  <a:t>화</a:t>
                </a:r>
                <a:r>
                  <a:rPr lang="ko-KR" altLang="en-US" sz="2000" dirty="0" smtClean="0">
                    <a:solidFill>
                      <a:schemeClr val="tx1"/>
                    </a:solidFill>
                  </a:rPr>
                  <a:t>고교</a:t>
                </a:r>
                <a:endParaRPr kumimoji="0" lang="en-US" altLang="ko-KR" sz="2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직사각형 21"/>
              <p:cNvSpPr/>
              <p:nvPr/>
            </p:nvSpPr>
            <p:spPr bwMode="auto">
              <a:xfrm>
                <a:off x="480095" y="6445173"/>
                <a:ext cx="1565275" cy="288925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kumimoji="0" lang="ko-KR" altLang="en-US" sz="2000" dirty="0" err="1" smtClean="0">
                    <a:solidFill>
                      <a:schemeClr val="tx1"/>
                    </a:solidFill>
                  </a:rPr>
                  <a:t>한국삼육</a:t>
                </a:r>
                <a:endParaRPr kumimoji="0" lang="en-US" altLang="ko-KR" sz="2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직사각형 21"/>
              <p:cNvSpPr/>
              <p:nvPr/>
            </p:nvSpPr>
            <p:spPr bwMode="auto">
              <a:xfrm>
                <a:off x="476669" y="6924598"/>
                <a:ext cx="1565275" cy="288925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kumimoji="0" lang="ko-KR" altLang="en-US" sz="2000" dirty="0" err="1" smtClean="0">
                    <a:solidFill>
                      <a:schemeClr val="tx1"/>
                    </a:solidFill>
                  </a:rPr>
                  <a:t>문일고교</a:t>
                </a:r>
                <a:endParaRPr kumimoji="0" lang="en-US" altLang="ko-KR" sz="20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3" name="그룹 38"/>
            <p:cNvGrpSpPr>
              <a:grpSpLocks/>
            </p:cNvGrpSpPr>
            <p:nvPr/>
          </p:nvGrpSpPr>
          <p:grpSpPr bwMode="auto">
            <a:xfrm rot="10800000">
              <a:off x="4277098" y="4356513"/>
              <a:ext cx="304030" cy="504825"/>
              <a:chOff x="2276872" y="2627784"/>
              <a:chExt cx="360363" cy="720725"/>
            </a:xfrm>
          </p:grpSpPr>
          <p:sp>
            <p:nvSpPr>
              <p:cNvPr id="34" name="Line 268"/>
              <p:cNvSpPr>
                <a:spLocks noChangeShapeType="1"/>
              </p:cNvSpPr>
              <p:nvPr/>
            </p:nvSpPr>
            <p:spPr bwMode="auto">
              <a:xfrm>
                <a:off x="2276872" y="2627784"/>
                <a:ext cx="36036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5" name="Line 269"/>
              <p:cNvSpPr>
                <a:spLocks noChangeShapeType="1"/>
              </p:cNvSpPr>
              <p:nvPr/>
            </p:nvSpPr>
            <p:spPr bwMode="auto">
              <a:xfrm>
                <a:off x="2637235" y="2627784"/>
                <a:ext cx="0" cy="7207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6" name="Line 270"/>
              <p:cNvSpPr>
                <a:spLocks noChangeShapeType="1"/>
              </p:cNvSpPr>
              <p:nvPr/>
            </p:nvSpPr>
            <p:spPr bwMode="auto">
              <a:xfrm flipH="1">
                <a:off x="2276872" y="3348509"/>
                <a:ext cx="36036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37" name="그룹 38"/>
            <p:cNvGrpSpPr>
              <a:grpSpLocks/>
            </p:cNvGrpSpPr>
            <p:nvPr/>
          </p:nvGrpSpPr>
          <p:grpSpPr bwMode="auto">
            <a:xfrm rot="10800000">
              <a:off x="4277098" y="5410454"/>
              <a:ext cx="319268" cy="504825"/>
              <a:chOff x="2276872" y="2627784"/>
              <a:chExt cx="360363" cy="720725"/>
            </a:xfrm>
          </p:grpSpPr>
          <p:sp>
            <p:nvSpPr>
              <p:cNvPr id="38" name="Line 268"/>
              <p:cNvSpPr>
                <a:spLocks noChangeShapeType="1"/>
              </p:cNvSpPr>
              <p:nvPr/>
            </p:nvSpPr>
            <p:spPr bwMode="auto">
              <a:xfrm>
                <a:off x="2276872" y="2627784"/>
                <a:ext cx="36036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9" name="Line 269"/>
              <p:cNvSpPr>
                <a:spLocks noChangeShapeType="1"/>
              </p:cNvSpPr>
              <p:nvPr/>
            </p:nvSpPr>
            <p:spPr bwMode="auto">
              <a:xfrm>
                <a:off x="2637235" y="2627784"/>
                <a:ext cx="0" cy="7207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0" name="Line 270"/>
              <p:cNvSpPr>
                <a:spLocks noChangeShapeType="1"/>
              </p:cNvSpPr>
              <p:nvPr/>
            </p:nvSpPr>
            <p:spPr bwMode="auto">
              <a:xfrm flipH="1">
                <a:off x="2276872" y="3348509"/>
                <a:ext cx="36036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59" name="그룹 58"/>
            <p:cNvGrpSpPr/>
            <p:nvPr/>
          </p:nvGrpSpPr>
          <p:grpSpPr>
            <a:xfrm rot="10800000">
              <a:off x="4272344" y="2786075"/>
              <a:ext cx="320594" cy="1117186"/>
              <a:chOff x="1714484" y="4221631"/>
              <a:chExt cx="576267" cy="1070449"/>
            </a:xfrm>
          </p:grpSpPr>
          <p:grpSp>
            <p:nvGrpSpPr>
              <p:cNvPr id="60" name="그룹 38"/>
              <p:cNvGrpSpPr>
                <a:grpSpLocks/>
              </p:cNvGrpSpPr>
              <p:nvPr/>
            </p:nvGrpSpPr>
            <p:grpSpPr bwMode="auto">
              <a:xfrm>
                <a:off x="1714484" y="4221631"/>
                <a:ext cx="297310" cy="654531"/>
                <a:chOff x="2276872" y="2627784"/>
                <a:chExt cx="370822" cy="654531"/>
              </a:xfrm>
            </p:grpSpPr>
            <p:sp>
              <p:nvSpPr>
                <p:cNvPr id="64" name="Line 268"/>
                <p:cNvSpPr>
                  <a:spLocks noChangeShapeType="1"/>
                </p:cNvSpPr>
                <p:nvPr/>
              </p:nvSpPr>
              <p:spPr bwMode="auto">
                <a:xfrm>
                  <a:off x="2276872" y="2627784"/>
                  <a:ext cx="360363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65" name="Line 269"/>
                <p:cNvSpPr>
                  <a:spLocks noChangeShapeType="1"/>
                </p:cNvSpPr>
                <p:nvPr/>
              </p:nvSpPr>
              <p:spPr bwMode="auto">
                <a:xfrm flipH="1">
                  <a:off x="2633282" y="2627785"/>
                  <a:ext cx="3955" cy="65453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66" name="Line 270"/>
                <p:cNvSpPr>
                  <a:spLocks noChangeShapeType="1"/>
                </p:cNvSpPr>
                <p:nvPr/>
              </p:nvSpPr>
              <p:spPr bwMode="auto">
                <a:xfrm flipH="1">
                  <a:off x="2287331" y="3282315"/>
                  <a:ext cx="360363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sp>
            <p:nvSpPr>
              <p:cNvPr id="61" name="Line 268"/>
              <p:cNvSpPr>
                <a:spLocks noChangeShapeType="1"/>
              </p:cNvSpPr>
              <p:nvPr/>
            </p:nvSpPr>
            <p:spPr bwMode="auto">
              <a:xfrm>
                <a:off x="1714488" y="5286380"/>
                <a:ext cx="57626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2" name="Line 269"/>
              <p:cNvSpPr>
                <a:spLocks noChangeShapeType="1"/>
              </p:cNvSpPr>
              <p:nvPr/>
            </p:nvSpPr>
            <p:spPr bwMode="auto">
              <a:xfrm>
                <a:off x="2285992" y="4572000"/>
                <a:ext cx="0" cy="7200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3" name="Line 270"/>
              <p:cNvSpPr>
                <a:spLocks noChangeShapeType="1"/>
              </p:cNvSpPr>
              <p:nvPr/>
            </p:nvSpPr>
            <p:spPr bwMode="auto">
              <a:xfrm flipH="1">
                <a:off x="2000240" y="4572000"/>
                <a:ext cx="28813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75" name="그룹 74"/>
            <p:cNvGrpSpPr/>
            <p:nvPr/>
          </p:nvGrpSpPr>
          <p:grpSpPr>
            <a:xfrm rot="10800000">
              <a:off x="4277097" y="6390768"/>
              <a:ext cx="315845" cy="1095829"/>
              <a:chOff x="2071678" y="2279163"/>
              <a:chExt cx="576263" cy="1156174"/>
            </a:xfrm>
          </p:grpSpPr>
          <p:grpSp>
            <p:nvGrpSpPr>
              <p:cNvPr id="76" name="그룹 38"/>
              <p:cNvGrpSpPr>
                <a:grpSpLocks/>
              </p:cNvGrpSpPr>
              <p:nvPr/>
            </p:nvGrpSpPr>
            <p:grpSpPr bwMode="auto">
              <a:xfrm>
                <a:off x="2071678" y="2714612"/>
                <a:ext cx="288925" cy="720725"/>
                <a:chOff x="2276872" y="2627784"/>
                <a:chExt cx="360363" cy="720725"/>
              </a:xfrm>
            </p:grpSpPr>
            <p:sp>
              <p:nvSpPr>
                <p:cNvPr id="81" name="Line 268"/>
                <p:cNvSpPr>
                  <a:spLocks noChangeShapeType="1"/>
                </p:cNvSpPr>
                <p:nvPr/>
              </p:nvSpPr>
              <p:spPr bwMode="auto">
                <a:xfrm>
                  <a:off x="2276872" y="2627784"/>
                  <a:ext cx="360363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82" name="Line 269"/>
                <p:cNvSpPr>
                  <a:spLocks noChangeShapeType="1"/>
                </p:cNvSpPr>
                <p:nvPr/>
              </p:nvSpPr>
              <p:spPr bwMode="auto">
                <a:xfrm>
                  <a:off x="2637235" y="2627784"/>
                  <a:ext cx="0" cy="72072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83" name="Line 270"/>
                <p:cNvSpPr>
                  <a:spLocks noChangeShapeType="1"/>
                </p:cNvSpPr>
                <p:nvPr/>
              </p:nvSpPr>
              <p:spPr bwMode="auto">
                <a:xfrm flipH="1">
                  <a:off x="2276872" y="3348509"/>
                  <a:ext cx="360363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77" name="그룹 71"/>
              <p:cNvGrpSpPr>
                <a:grpSpLocks/>
              </p:cNvGrpSpPr>
              <p:nvPr/>
            </p:nvGrpSpPr>
            <p:grpSpPr bwMode="auto">
              <a:xfrm>
                <a:off x="2071678" y="2279163"/>
                <a:ext cx="576263" cy="720080"/>
                <a:chOff x="2132856" y="2555776"/>
                <a:chExt cx="576064" cy="720080"/>
              </a:xfrm>
            </p:grpSpPr>
            <p:sp>
              <p:nvSpPr>
                <p:cNvPr id="78" name="Line 268"/>
                <p:cNvSpPr>
                  <a:spLocks noChangeShapeType="1"/>
                </p:cNvSpPr>
                <p:nvPr/>
              </p:nvSpPr>
              <p:spPr bwMode="auto">
                <a:xfrm>
                  <a:off x="2132856" y="2555776"/>
                  <a:ext cx="576064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79" name="Line 269"/>
                <p:cNvSpPr>
                  <a:spLocks noChangeShapeType="1"/>
                </p:cNvSpPr>
                <p:nvPr/>
              </p:nvSpPr>
              <p:spPr bwMode="auto">
                <a:xfrm>
                  <a:off x="2708920" y="2555776"/>
                  <a:ext cx="0" cy="72008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80" name="Line 270"/>
                <p:cNvSpPr>
                  <a:spLocks noChangeShapeType="1"/>
                </p:cNvSpPr>
                <p:nvPr/>
              </p:nvSpPr>
              <p:spPr bwMode="auto">
                <a:xfrm flipH="1">
                  <a:off x="2420888" y="3275856"/>
                  <a:ext cx="288032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</p:grpSp>
        <p:grpSp>
          <p:nvGrpSpPr>
            <p:cNvPr id="92" name="그룹 38"/>
            <p:cNvGrpSpPr>
              <a:grpSpLocks/>
            </p:cNvGrpSpPr>
            <p:nvPr/>
          </p:nvGrpSpPr>
          <p:grpSpPr bwMode="auto">
            <a:xfrm rot="10800000">
              <a:off x="3984743" y="3140144"/>
              <a:ext cx="288925" cy="1460257"/>
              <a:chOff x="2276872" y="2627784"/>
              <a:chExt cx="360363" cy="720725"/>
            </a:xfrm>
          </p:grpSpPr>
          <p:sp>
            <p:nvSpPr>
              <p:cNvPr id="93" name="Line 268"/>
              <p:cNvSpPr>
                <a:spLocks noChangeShapeType="1"/>
              </p:cNvSpPr>
              <p:nvPr/>
            </p:nvSpPr>
            <p:spPr bwMode="auto">
              <a:xfrm>
                <a:off x="2276872" y="2627784"/>
                <a:ext cx="36036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94" name="Line 269"/>
              <p:cNvSpPr>
                <a:spLocks noChangeShapeType="1"/>
              </p:cNvSpPr>
              <p:nvPr/>
            </p:nvSpPr>
            <p:spPr bwMode="auto">
              <a:xfrm>
                <a:off x="2637235" y="2627784"/>
                <a:ext cx="0" cy="7207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95" name="Line 270"/>
              <p:cNvSpPr>
                <a:spLocks noChangeShapeType="1"/>
              </p:cNvSpPr>
              <p:nvPr/>
            </p:nvSpPr>
            <p:spPr bwMode="auto">
              <a:xfrm flipH="1">
                <a:off x="2276872" y="3348509"/>
                <a:ext cx="36036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96" name="그룹 38"/>
            <p:cNvGrpSpPr>
              <a:grpSpLocks/>
            </p:cNvGrpSpPr>
            <p:nvPr/>
          </p:nvGrpSpPr>
          <p:grpSpPr bwMode="auto">
            <a:xfrm rot="10800000">
              <a:off x="3994911" y="5650543"/>
              <a:ext cx="288925" cy="1460257"/>
              <a:chOff x="2276872" y="2627784"/>
              <a:chExt cx="360363" cy="720725"/>
            </a:xfrm>
          </p:grpSpPr>
          <p:sp>
            <p:nvSpPr>
              <p:cNvPr id="97" name="Line 268"/>
              <p:cNvSpPr>
                <a:spLocks noChangeShapeType="1"/>
              </p:cNvSpPr>
              <p:nvPr/>
            </p:nvSpPr>
            <p:spPr bwMode="auto">
              <a:xfrm>
                <a:off x="2276872" y="2627784"/>
                <a:ext cx="36036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98" name="Line 269"/>
              <p:cNvSpPr>
                <a:spLocks noChangeShapeType="1"/>
              </p:cNvSpPr>
              <p:nvPr/>
            </p:nvSpPr>
            <p:spPr bwMode="auto">
              <a:xfrm>
                <a:off x="2637235" y="2627784"/>
                <a:ext cx="0" cy="7207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99" name="Line 270"/>
              <p:cNvSpPr>
                <a:spLocks noChangeShapeType="1"/>
              </p:cNvSpPr>
              <p:nvPr/>
            </p:nvSpPr>
            <p:spPr bwMode="auto">
              <a:xfrm flipH="1">
                <a:off x="2276872" y="3348509"/>
                <a:ext cx="36036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04" name="그룹 38"/>
            <p:cNvGrpSpPr>
              <a:grpSpLocks/>
            </p:cNvGrpSpPr>
            <p:nvPr/>
          </p:nvGrpSpPr>
          <p:grpSpPr bwMode="auto">
            <a:xfrm rot="10800000">
              <a:off x="3705986" y="3836232"/>
              <a:ext cx="288926" cy="2561224"/>
              <a:chOff x="2276872" y="2627784"/>
              <a:chExt cx="360363" cy="720725"/>
            </a:xfrm>
          </p:grpSpPr>
          <p:sp>
            <p:nvSpPr>
              <p:cNvPr id="105" name="Line 268"/>
              <p:cNvSpPr>
                <a:spLocks noChangeShapeType="1"/>
              </p:cNvSpPr>
              <p:nvPr/>
            </p:nvSpPr>
            <p:spPr bwMode="auto">
              <a:xfrm>
                <a:off x="2276872" y="2627784"/>
                <a:ext cx="36036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06" name="Line 269"/>
              <p:cNvSpPr>
                <a:spLocks noChangeShapeType="1"/>
              </p:cNvSpPr>
              <p:nvPr/>
            </p:nvSpPr>
            <p:spPr bwMode="auto">
              <a:xfrm>
                <a:off x="2637235" y="2627784"/>
                <a:ext cx="0" cy="7207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07" name="Line 270"/>
              <p:cNvSpPr>
                <a:spLocks noChangeShapeType="1"/>
              </p:cNvSpPr>
              <p:nvPr/>
            </p:nvSpPr>
            <p:spPr bwMode="auto">
              <a:xfrm flipH="1">
                <a:off x="2276872" y="3348509"/>
                <a:ext cx="36036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</p:grpSp>
      <p:grpSp>
        <p:nvGrpSpPr>
          <p:cNvPr id="110" name="그룹 109"/>
          <p:cNvGrpSpPr/>
          <p:nvPr/>
        </p:nvGrpSpPr>
        <p:grpSpPr>
          <a:xfrm>
            <a:off x="2675949" y="4324340"/>
            <a:ext cx="1308793" cy="1571636"/>
            <a:chOff x="2928934" y="3286116"/>
            <a:chExt cx="1235264" cy="3123383"/>
          </a:xfrm>
        </p:grpSpPr>
        <p:sp>
          <p:nvSpPr>
            <p:cNvPr id="111" name="Line 331"/>
            <p:cNvSpPr>
              <a:spLocks noChangeShapeType="1"/>
            </p:cNvSpPr>
            <p:nvPr/>
          </p:nvSpPr>
          <p:spPr bwMode="auto">
            <a:xfrm flipV="1">
              <a:off x="2928934" y="4857752"/>
              <a:ext cx="37800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2" name="직사각형 111"/>
            <p:cNvSpPr/>
            <p:nvPr/>
          </p:nvSpPr>
          <p:spPr bwMode="auto">
            <a:xfrm>
              <a:off x="3286124" y="3286116"/>
              <a:ext cx="490587" cy="3123383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113" name="Line 331"/>
            <p:cNvSpPr>
              <a:spLocks noChangeShapeType="1"/>
            </p:cNvSpPr>
            <p:nvPr/>
          </p:nvSpPr>
          <p:spPr bwMode="auto">
            <a:xfrm flipV="1">
              <a:off x="3786190" y="4857752"/>
              <a:ext cx="37800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14" name="타원 113"/>
          <p:cNvSpPr/>
          <p:nvPr/>
        </p:nvSpPr>
        <p:spPr bwMode="auto">
          <a:xfrm>
            <a:off x="1740061" y="3383112"/>
            <a:ext cx="326742" cy="357190"/>
          </a:xfrm>
          <a:prstGeom prst="ellipse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/>
          </a:p>
        </p:txBody>
      </p:sp>
      <p:sp>
        <p:nvSpPr>
          <p:cNvPr id="115" name="타원 114"/>
          <p:cNvSpPr/>
          <p:nvPr/>
        </p:nvSpPr>
        <p:spPr bwMode="auto">
          <a:xfrm>
            <a:off x="1767028" y="4440310"/>
            <a:ext cx="428628" cy="357190"/>
          </a:xfrm>
          <a:prstGeom prst="ellipse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/>
          </a:p>
        </p:txBody>
      </p:sp>
      <p:sp>
        <p:nvSpPr>
          <p:cNvPr id="116" name="타원 115"/>
          <p:cNvSpPr/>
          <p:nvPr/>
        </p:nvSpPr>
        <p:spPr bwMode="auto">
          <a:xfrm>
            <a:off x="1749464" y="5471948"/>
            <a:ext cx="428628" cy="357190"/>
          </a:xfrm>
          <a:prstGeom prst="ellipse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/>
          </a:p>
        </p:txBody>
      </p:sp>
      <p:sp>
        <p:nvSpPr>
          <p:cNvPr id="121" name="순서도: 천공 테이프 120"/>
          <p:cNvSpPr/>
          <p:nvPr/>
        </p:nvSpPr>
        <p:spPr>
          <a:xfrm>
            <a:off x="4453941" y="5518404"/>
            <a:ext cx="357190" cy="288925"/>
          </a:xfrm>
          <a:prstGeom prst="flowChartPunchedTap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2" name="순서도: 천공 테이프 121"/>
          <p:cNvSpPr/>
          <p:nvPr/>
        </p:nvSpPr>
        <p:spPr>
          <a:xfrm>
            <a:off x="4561020" y="6583314"/>
            <a:ext cx="250111" cy="288925"/>
          </a:xfrm>
          <a:prstGeom prst="flowChartPunchedTap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3" name="순서도: 천공 테이프 122"/>
          <p:cNvSpPr/>
          <p:nvPr/>
        </p:nvSpPr>
        <p:spPr>
          <a:xfrm>
            <a:off x="1774814" y="2888320"/>
            <a:ext cx="357190" cy="288925"/>
          </a:xfrm>
          <a:prstGeom prst="flowChartPunchedTap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5" name="순서도: 천공 테이프 124"/>
          <p:cNvSpPr/>
          <p:nvPr/>
        </p:nvSpPr>
        <p:spPr>
          <a:xfrm>
            <a:off x="4449923" y="2925250"/>
            <a:ext cx="357190" cy="288925"/>
          </a:xfrm>
          <a:prstGeom prst="flowChartPunchedTap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6" name="순서도: 천공 테이프 125"/>
          <p:cNvSpPr/>
          <p:nvPr/>
        </p:nvSpPr>
        <p:spPr>
          <a:xfrm>
            <a:off x="4486809" y="7127648"/>
            <a:ext cx="252806" cy="288925"/>
          </a:xfrm>
          <a:prstGeom prst="flowChartPunchedTap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7" name="정오각형 126"/>
          <p:cNvSpPr/>
          <p:nvPr/>
        </p:nvSpPr>
        <p:spPr bwMode="auto">
          <a:xfrm>
            <a:off x="2315586" y="4934981"/>
            <a:ext cx="360363" cy="360362"/>
          </a:xfrm>
          <a:prstGeom prst="pentagon">
            <a:avLst/>
          </a:prstGeom>
          <a:solidFill>
            <a:schemeClr val="accent1">
              <a:alpha val="0"/>
            </a:schemeClr>
          </a:solidFill>
          <a:ln>
            <a:solidFill>
              <a:srgbClr val="FF66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28" name="정오각형 127"/>
          <p:cNvSpPr/>
          <p:nvPr/>
        </p:nvSpPr>
        <p:spPr bwMode="auto">
          <a:xfrm>
            <a:off x="3999556" y="4934981"/>
            <a:ext cx="360363" cy="360362"/>
          </a:xfrm>
          <a:prstGeom prst="pentagon">
            <a:avLst/>
          </a:prstGeom>
          <a:solidFill>
            <a:schemeClr val="accent1">
              <a:alpha val="0"/>
            </a:schemeClr>
          </a:solidFill>
          <a:ln>
            <a:solidFill>
              <a:srgbClr val="FF66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29" name="정오각형 128"/>
          <p:cNvSpPr/>
          <p:nvPr/>
        </p:nvSpPr>
        <p:spPr bwMode="auto">
          <a:xfrm>
            <a:off x="3134113" y="4929977"/>
            <a:ext cx="360363" cy="360362"/>
          </a:xfrm>
          <a:prstGeom prst="pentagon">
            <a:avLst/>
          </a:prstGeom>
          <a:solidFill>
            <a:schemeClr val="accent1">
              <a:alpha val="0"/>
            </a:schemeClr>
          </a:solidFill>
          <a:ln>
            <a:solidFill>
              <a:srgbClr val="FF66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3" name="TextBox 52"/>
          <p:cNvSpPr txBox="1"/>
          <p:nvPr/>
        </p:nvSpPr>
        <p:spPr>
          <a:xfrm>
            <a:off x="1783510" y="3397403"/>
            <a:ext cx="257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54" name="TextBox 53"/>
          <p:cNvSpPr txBox="1"/>
          <p:nvPr/>
        </p:nvSpPr>
        <p:spPr>
          <a:xfrm>
            <a:off x="1810737" y="4450289"/>
            <a:ext cx="358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9</a:t>
            </a:r>
            <a:endParaRPr lang="ko-KR" altLang="en-US" dirty="0"/>
          </a:p>
        </p:txBody>
      </p:sp>
      <p:sp>
        <p:nvSpPr>
          <p:cNvPr id="55" name="TextBox 54"/>
          <p:cNvSpPr txBox="1"/>
          <p:nvPr/>
        </p:nvSpPr>
        <p:spPr>
          <a:xfrm>
            <a:off x="1791502" y="5471948"/>
            <a:ext cx="358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8</a:t>
            </a:r>
            <a:endParaRPr lang="ko-KR" altLang="en-US" dirty="0"/>
          </a:p>
        </p:txBody>
      </p:sp>
      <p:sp>
        <p:nvSpPr>
          <p:cNvPr id="131" name="TextBox 130"/>
          <p:cNvSpPr txBox="1"/>
          <p:nvPr/>
        </p:nvSpPr>
        <p:spPr>
          <a:xfrm>
            <a:off x="4683987" y="3346453"/>
            <a:ext cx="242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</a:t>
            </a:r>
            <a:endParaRPr lang="ko-KR" altLang="en-US" dirty="0"/>
          </a:p>
        </p:txBody>
      </p:sp>
      <p:sp>
        <p:nvSpPr>
          <p:cNvPr id="134" name="TextBox 133"/>
          <p:cNvSpPr txBox="1"/>
          <p:nvPr/>
        </p:nvSpPr>
        <p:spPr>
          <a:xfrm>
            <a:off x="4556190" y="6547656"/>
            <a:ext cx="321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135" name="TextBox 134"/>
          <p:cNvSpPr txBox="1"/>
          <p:nvPr/>
        </p:nvSpPr>
        <p:spPr>
          <a:xfrm>
            <a:off x="4453941" y="7110801"/>
            <a:ext cx="332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9</a:t>
            </a:r>
            <a:endParaRPr lang="ko-KR" altLang="en-US" dirty="0"/>
          </a:p>
        </p:txBody>
      </p:sp>
      <p:sp>
        <p:nvSpPr>
          <p:cNvPr id="136" name="직사각형 135"/>
          <p:cNvSpPr/>
          <p:nvPr/>
        </p:nvSpPr>
        <p:spPr bwMode="auto">
          <a:xfrm>
            <a:off x="2081691" y="6276046"/>
            <a:ext cx="314326" cy="227012"/>
          </a:xfrm>
          <a:prstGeom prst="rect">
            <a:avLst/>
          </a:prstGeom>
          <a:solidFill>
            <a:srgbClr val="FF0000">
              <a:alpha val="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37" name="직사각형 136"/>
          <p:cNvSpPr/>
          <p:nvPr/>
        </p:nvSpPr>
        <p:spPr bwMode="auto">
          <a:xfrm>
            <a:off x="2099360" y="3691731"/>
            <a:ext cx="314326" cy="227012"/>
          </a:xfrm>
          <a:prstGeom prst="rect">
            <a:avLst/>
          </a:prstGeom>
          <a:solidFill>
            <a:srgbClr val="FF0000">
              <a:alpha val="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38" name="직사각형 137"/>
          <p:cNvSpPr/>
          <p:nvPr/>
        </p:nvSpPr>
        <p:spPr bwMode="auto">
          <a:xfrm>
            <a:off x="4244706" y="3738288"/>
            <a:ext cx="314326" cy="227012"/>
          </a:xfrm>
          <a:prstGeom prst="rect">
            <a:avLst/>
          </a:prstGeom>
          <a:solidFill>
            <a:srgbClr val="FF0000">
              <a:alpha val="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39" name="직사각형 138"/>
          <p:cNvSpPr/>
          <p:nvPr/>
        </p:nvSpPr>
        <p:spPr bwMode="auto">
          <a:xfrm>
            <a:off x="4246694" y="6286145"/>
            <a:ext cx="314326" cy="227012"/>
          </a:xfrm>
          <a:prstGeom prst="rect">
            <a:avLst/>
          </a:prstGeom>
          <a:solidFill>
            <a:srgbClr val="FF0000">
              <a:alpha val="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40" name="TextBox 139"/>
          <p:cNvSpPr txBox="1"/>
          <p:nvPr/>
        </p:nvSpPr>
        <p:spPr>
          <a:xfrm>
            <a:off x="2132004" y="3627883"/>
            <a:ext cx="264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1</a:t>
            </a:r>
            <a:endParaRPr lang="ko-KR" altLang="en-US" dirty="0"/>
          </a:p>
        </p:txBody>
      </p:sp>
      <p:sp>
        <p:nvSpPr>
          <p:cNvPr id="141" name="TextBox 140"/>
          <p:cNvSpPr txBox="1"/>
          <p:nvPr/>
        </p:nvSpPr>
        <p:spPr>
          <a:xfrm>
            <a:off x="2132004" y="6196445"/>
            <a:ext cx="2487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2</a:t>
            </a:r>
            <a:endParaRPr lang="ko-KR" altLang="en-US" dirty="0"/>
          </a:p>
        </p:txBody>
      </p:sp>
      <p:sp>
        <p:nvSpPr>
          <p:cNvPr id="142" name="TextBox 141"/>
          <p:cNvSpPr txBox="1"/>
          <p:nvPr/>
        </p:nvSpPr>
        <p:spPr>
          <a:xfrm flipH="1">
            <a:off x="4278062" y="3667128"/>
            <a:ext cx="2476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3</a:t>
            </a:r>
            <a:endParaRPr lang="ko-KR" altLang="en-US" dirty="0"/>
          </a:p>
        </p:txBody>
      </p:sp>
      <p:sp>
        <p:nvSpPr>
          <p:cNvPr id="143" name="TextBox 142"/>
          <p:cNvSpPr txBox="1"/>
          <p:nvPr/>
        </p:nvSpPr>
        <p:spPr>
          <a:xfrm>
            <a:off x="4294390" y="6196006"/>
            <a:ext cx="2189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4</a:t>
            </a:r>
            <a:endParaRPr lang="ko-KR" altLang="en-US" dirty="0"/>
          </a:p>
        </p:txBody>
      </p:sp>
      <p:sp>
        <p:nvSpPr>
          <p:cNvPr id="145" name="TextBox 144"/>
          <p:cNvSpPr txBox="1"/>
          <p:nvPr/>
        </p:nvSpPr>
        <p:spPr>
          <a:xfrm>
            <a:off x="2339176" y="4936718"/>
            <a:ext cx="336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3</a:t>
            </a:r>
            <a:endParaRPr lang="ko-KR" altLang="en-US" dirty="0"/>
          </a:p>
        </p:txBody>
      </p:sp>
      <p:sp>
        <p:nvSpPr>
          <p:cNvPr id="146" name="TextBox 145"/>
          <p:cNvSpPr txBox="1"/>
          <p:nvPr/>
        </p:nvSpPr>
        <p:spPr>
          <a:xfrm>
            <a:off x="4038712" y="4951795"/>
            <a:ext cx="386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4</a:t>
            </a:r>
            <a:endParaRPr lang="ko-KR" altLang="en-US" dirty="0"/>
          </a:p>
        </p:txBody>
      </p:sp>
      <p:sp>
        <p:nvSpPr>
          <p:cNvPr id="148" name="TextBox 147"/>
          <p:cNvSpPr txBox="1"/>
          <p:nvPr/>
        </p:nvSpPr>
        <p:spPr>
          <a:xfrm>
            <a:off x="3137536" y="4929977"/>
            <a:ext cx="4105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6</a:t>
            </a:r>
            <a:endParaRPr lang="ko-KR" altLang="en-US" dirty="0"/>
          </a:p>
        </p:txBody>
      </p:sp>
      <p:sp>
        <p:nvSpPr>
          <p:cNvPr id="149" name="타원 148"/>
          <p:cNvSpPr/>
          <p:nvPr/>
        </p:nvSpPr>
        <p:spPr bwMode="auto">
          <a:xfrm>
            <a:off x="1013927" y="1845957"/>
            <a:ext cx="326742" cy="357190"/>
          </a:xfrm>
          <a:prstGeom prst="ellipse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/>
          </a:p>
        </p:txBody>
      </p:sp>
      <p:sp>
        <p:nvSpPr>
          <p:cNvPr id="150" name="순서도: 천공 테이프 149"/>
          <p:cNvSpPr/>
          <p:nvPr/>
        </p:nvSpPr>
        <p:spPr>
          <a:xfrm>
            <a:off x="2519013" y="1880089"/>
            <a:ext cx="357190" cy="288925"/>
          </a:xfrm>
          <a:prstGeom prst="flowChartPunchedTap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51" name="직사각형 150"/>
          <p:cNvSpPr/>
          <p:nvPr/>
        </p:nvSpPr>
        <p:spPr bwMode="auto">
          <a:xfrm>
            <a:off x="4043926" y="1878841"/>
            <a:ext cx="393883" cy="241598"/>
          </a:xfrm>
          <a:prstGeom prst="rect">
            <a:avLst/>
          </a:prstGeom>
          <a:solidFill>
            <a:srgbClr val="FF0000">
              <a:alpha val="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53" name="정오각형 152"/>
          <p:cNvSpPr/>
          <p:nvPr/>
        </p:nvSpPr>
        <p:spPr bwMode="auto">
          <a:xfrm>
            <a:off x="5444964" y="1768993"/>
            <a:ext cx="360363" cy="360362"/>
          </a:xfrm>
          <a:prstGeom prst="pentagon">
            <a:avLst/>
          </a:prstGeom>
          <a:solidFill>
            <a:schemeClr val="accent1">
              <a:alpha val="0"/>
            </a:schemeClr>
          </a:solidFill>
          <a:ln>
            <a:solidFill>
              <a:srgbClr val="FF66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54" name="TextBox 153"/>
          <p:cNvSpPr txBox="1"/>
          <p:nvPr/>
        </p:nvSpPr>
        <p:spPr>
          <a:xfrm>
            <a:off x="548680" y="2203147"/>
            <a:ext cx="5760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   11</a:t>
            </a:r>
            <a:r>
              <a:rPr lang="ko-KR" altLang="en-US" dirty="0" smtClean="0"/>
              <a:t>일              </a:t>
            </a:r>
            <a:r>
              <a:rPr lang="en-US" altLang="ko-KR" dirty="0" smtClean="0"/>
              <a:t>13</a:t>
            </a:r>
            <a:r>
              <a:rPr lang="ko-KR" altLang="en-US" dirty="0" smtClean="0"/>
              <a:t>일             </a:t>
            </a:r>
            <a:r>
              <a:rPr lang="en-US" altLang="ko-KR" dirty="0" smtClean="0"/>
              <a:t>14</a:t>
            </a:r>
            <a:r>
              <a:rPr lang="ko-KR" altLang="en-US" dirty="0" smtClean="0"/>
              <a:t>일            </a:t>
            </a:r>
            <a:r>
              <a:rPr lang="en-US" altLang="ko-KR" dirty="0" smtClean="0"/>
              <a:t>15</a:t>
            </a:r>
            <a:r>
              <a:rPr lang="ko-KR" altLang="en-US" dirty="0" smtClean="0"/>
              <a:t>일</a:t>
            </a:r>
            <a:endParaRPr lang="ko-KR" altLang="en-US" dirty="0"/>
          </a:p>
        </p:txBody>
      </p:sp>
      <p:sp>
        <p:nvSpPr>
          <p:cNvPr id="152" name="TextBox 151"/>
          <p:cNvSpPr txBox="1"/>
          <p:nvPr/>
        </p:nvSpPr>
        <p:spPr>
          <a:xfrm>
            <a:off x="1798370" y="6543110"/>
            <a:ext cx="358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7</a:t>
            </a:r>
            <a:endParaRPr lang="ko-KR" altLang="en-US" dirty="0"/>
          </a:p>
        </p:txBody>
      </p:sp>
      <p:sp>
        <p:nvSpPr>
          <p:cNvPr id="155" name="TextBox 154"/>
          <p:cNvSpPr txBox="1"/>
          <p:nvPr/>
        </p:nvSpPr>
        <p:spPr>
          <a:xfrm>
            <a:off x="4423598" y="4936718"/>
            <a:ext cx="358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8</a:t>
            </a:r>
            <a:endParaRPr lang="ko-KR" altLang="en-US" dirty="0"/>
          </a:p>
        </p:txBody>
      </p:sp>
      <p:sp>
        <p:nvSpPr>
          <p:cNvPr id="158" name="타원 157"/>
          <p:cNvSpPr/>
          <p:nvPr/>
        </p:nvSpPr>
        <p:spPr bwMode="auto">
          <a:xfrm>
            <a:off x="4403182" y="4421806"/>
            <a:ext cx="418326" cy="357190"/>
          </a:xfrm>
          <a:prstGeom prst="ellipse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 smtClean="0"/>
              <a:t>55</a:t>
            </a:r>
            <a:endParaRPr lang="ko-KR" altLang="en-US" dirty="0"/>
          </a:p>
        </p:txBody>
      </p:sp>
      <p:sp>
        <p:nvSpPr>
          <p:cNvPr id="161" name="TextBox 160"/>
          <p:cNvSpPr txBox="1"/>
          <p:nvPr/>
        </p:nvSpPr>
        <p:spPr>
          <a:xfrm>
            <a:off x="4447358" y="4424260"/>
            <a:ext cx="2899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5</a:t>
            </a:r>
            <a:endParaRPr lang="ko-KR" altLang="en-US" dirty="0"/>
          </a:p>
        </p:txBody>
      </p:sp>
      <p:sp>
        <p:nvSpPr>
          <p:cNvPr id="162" name="타원 161"/>
          <p:cNvSpPr/>
          <p:nvPr/>
        </p:nvSpPr>
        <p:spPr bwMode="auto">
          <a:xfrm>
            <a:off x="4596134" y="3334541"/>
            <a:ext cx="418326" cy="357190"/>
          </a:xfrm>
          <a:prstGeom prst="ellipse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 smtClean="0"/>
              <a:t>55</a:t>
            </a:r>
            <a:endParaRPr lang="ko-KR" altLang="en-US" dirty="0"/>
          </a:p>
        </p:txBody>
      </p:sp>
      <p:sp>
        <p:nvSpPr>
          <p:cNvPr id="163" name="타원 162"/>
          <p:cNvSpPr/>
          <p:nvPr/>
        </p:nvSpPr>
        <p:spPr bwMode="auto">
          <a:xfrm>
            <a:off x="1729962" y="6565338"/>
            <a:ext cx="418326" cy="357190"/>
          </a:xfrm>
          <a:prstGeom prst="ellipse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 smtClean="0"/>
              <a:t>55</a:t>
            </a:r>
            <a:endParaRPr lang="ko-KR" altLang="en-US" dirty="0"/>
          </a:p>
        </p:txBody>
      </p:sp>
      <p:sp>
        <p:nvSpPr>
          <p:cNvPr id="165" name="순서도: 천공 테이프 164"/>
          <p:cNvSpPr/>
          <p:nvPr/>
        </p:nvSpPr>
        <p:spPr>
          <a:xfrm>
            <a:off x="1888208" y="7006542"/>
            <a:ext cx="357190" cy="288925"/>
          </a:xfrm>
          <a:prstGeom prst="flowChartPunchedTap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66" name="TextBox 165"/>
          <p:cNvSpPr txBox="1"/>
          <p:nvPr/>
        </p:nvSpPr>
        <p:spPr>
          <a:xfrm>
            <a:off x="1930249" y="6942982"/>
            <a:ext cx="297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6</a:t>
            </a:r>
            <a:endParaRPr lang="ko-KR" altLang="en-US" dirty="0"/>
          </a:p>
        </p:txBody>
      </p:sp>
      <p:sp>
        <p:nvSpPr>
          <p:cNvPr id="168" name="TextBox 167"/>
          <p:cNvSpPr txBox="1"/>
          <p:nvPr/>
        </p:nvSpPr>
        <p:spPr>
          <a:xfrm>
            <a:off x="1830926" y="2816313"/>
            <a:ext cx="257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69" name="TextBox 168"/>
          <p:cNvSpPr txBox="1"/>
          <p:nvPr/>
        </p:nvSpPr>
        <p:spPr>
          <a:xfrm>
            <a:off x="1935910" y="3549803"/>
            <a:ext cx="257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71" name="TextBox 170"/>
          <p:cNvSpPr txBox="1"/>
          <p:nvPr/>
        </p:nvSpPr>
        <p:spPr>
          <a:xfrm>
            <a:off x="4521646" y="2888320"/>
            <a:ext cx="358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7</a:t>
            </a:r>
            <a:endParaRPr lang="ko-KR" altLang="en-US" dirty="0"/>
          </a:p>
        </p:txBody>
      </p:sp>
      <p:sp>
        <p:nvSpPr>
          <p:cNvPr id="172" name="TextBox 171"/>
          <p:cNvSpPr txBox="1"/>
          <p:nvPr/>
        </p:nvSpPr>
        <p:spPr>
          <a:xfrm>
            <a:off x="4438288" y="5483691"/>
            <a:ext cx="358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8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285104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9050">
          <a:solidFill>
            <a:schemeClr val="tx1"/>
          </a:solidFill>
        </a:ln>
      </a:spPr>
      <a:bodyPr anchor="ctr"/>
      <a:lstStyle>
        <a:defPPr algn="ctr">
          <a:defRPr kumimoji="0" sz="2000"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1528</TotalTime>
  <Words>110</Words>
  <Application>Microsoft Office PowerPoint</Application>
  <PresentationFormat>화면 슬라이드 쇼(4:3)</PresentationFormat>
  <Paragraphs>74</Paragraphs>
  <Slides>2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3" baseType="lpstr">
      <vt:lpstr>Office 테마</vt:lpstr>
      <vt:lpstr>PowerPoint 프레젠테이션</vt:lpstr>
      <vt:lpstr>PowerPoint 프레젠테이션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WinXP</dc:creator>
  <cp:lastModifiedBy>user</cp:lastModifiedBy>
  <cp:revision>121</cp:revision>
  <cp:lastPrinted>2014-07-10T07:32:12Z</cp:lastPrinted>
  <dcterms:created xsi:type="dcterms:W3CDTF">2013-07-17T01:18:43Z</dcterms:created>
  <dcterms:modified xsi:type="dcterms:W3CDTF">2014-07-10T09:50:49Z</dcterms:modified>
</cp:coreProperties>
</file>